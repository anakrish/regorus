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Baseline: Arc + BTreeMap — 24 bytes</a:t>
            </a:r>
          </a:p>
        </p:txBody>
      </p:sp>
      <p:pic>
        <p:nvPicPr>
          <p:cNvPr id="3" name="Picture 2" descr="value-compare_src_baselin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027" y="685800"/>
            <a:ext cx="532546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v1: HashMap + SmolStr — 24 bytes</a:t>
            </a:r>
          </a:p>
        </p:txBody>
      </p:sp>
      <p:pic>
        <p:nvPicPr>
          <p:cNvPr id="3" name="Picture 2" descr="value-compare_src_v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249" y="685800"/>
            <a:ext cx="719102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v2: Arc&lt;str&gt; keys — 24 bytes</a:t>
            </a:r>
          </a:p>
        </p:txBody>
      </p:sp>
      <p:pic>
        <p:nvPicPr>
          <p:cNvPr id="3" name="Picture 2" descr="value-compare_src_v2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849" y="685800"/>
            <a:ext cx="636582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v3: HashSet + cached hash — 24 bytes</a:t>
            </a:r>
          </a:p>
        </p:txBody>
      </p:sp>
      <p:pic>
        <p:nvPicPr>
          <p:cNvPr id="3" name="Picture 2" descr="value-compare_src_v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712" y="685800"/>
            <a:ext cx="548209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v4: ArcStr thin pointer — 16 bytes</a:t>
            </a:r>
          </a:p>
        </p:txBody>
      </p:sp>
      <p:pic>
        <p:nvPicPr>
          <p:cNvPr id="3" name="Picture 2" descr="value-compare_src_v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924" y="685800"/>
            <a:ext cx="544367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v5: NaN-boxed Value — 8 bytes</a:t>
            </a:r>
          </a:p>
        </p:txBody>
      </p:sp>
      <p:pic>
        <p:nvPicPr>
          <p:cNvPr id="3" name="Picture 2" descr="value-compare_src_v5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840" y="685800"/>
            <a:ext cx="633984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v6: Portable tagged pointer — 8 bytes</a:t>
            </a:r>
          </a:p>
        </p:txBody>
      </p:sp>
      <p:pic>
        <p:nvPicPr>
          <p:cNvPr id="3" name="Picture 2" descr="value-compare_src_v6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25" y="685800"/>
            <a:ext cx="743186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v7: Tagged pointer + schema — 8 bytes</a:t>
            </a:r>
          </a:p>
        </p:txBody>
      </p:sp>
      <p:pic>
        <p:nvPicPr>
          <p:cNvPr id="3" name="Picture 2" descr="value-compare_src_v7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60" y="685800"/>
            <a:ext cx="9956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v8: Flattened Number + schema — 16 bytes</a:t>
            </a:r>
          </a:p>
        </p:txBody>
      </p:sp>
      <p:pic>
        <p:nvPicPr>
          <p:cNvPr id="3" name="Picture 2" descr="value-compare_src_v8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594" y="685800"/>
            <a:ext cx="847233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</a:rPr>
              <a:t>v9: Arena-allocated, Copy — 16 bytes</a:t>
            </a:r>
          </a:p>
        </p:txBody>
      </p:sp>
      <p:pic>
        <p:nvPicPr>
          <p:cNvPr id="3" name="Picture 2" descr="value-compare_src_v9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730" y="685800"/>
            <a:ext cx="8550059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