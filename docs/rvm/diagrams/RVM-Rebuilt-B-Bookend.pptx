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Background: Azure CTO Memo</a:t>
            </a:r>
          </a:p>
        </p:txBody>
      </p:sp>
      <p:pic>
        <p:nvPicPr>
          <p:cNvPr id="3" name="Picture 2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76072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"How to Policy" — Azure CTO memo on
the need for a unified policy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Multi Tenancy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Lifecycle</a:t>
            </a:r>
          </a:p>
        </p:txBody>
      </p:sp>
      <p:pic>
        <p:nvPicPr>
          <p:cNvPr id="8" name="Picture 7" descr="slide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194560"/>
            <a:ext cx="3657600" cy="2743200"/>
          </a:xfrm>
          <a:prstGeom prst="rect">
            <a:avLst/>
          </a:prstGeom>
        </p:spPr>
      </p:pic>
      <p:pic>
        <p:nvPicPr>
          <p:cNvPr id="9" name="Picture 8" descr="slide1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Renewed Urgency: New Scenarios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To simultaneously reduce burden across Azure service teams and enable consistent experiences through a OnePlane philosophy, it’s critical to provide a common policy framework for Microsoft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2D2D2D"/>
                </a:solidFill>
              </a:rPr>
              <a:t>Standardization is critical for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D2D2D"/>
                </a:solidFill>
              </a:rPr>
              <a:t>Just in the last 6 months, many teams with custom solutions</a:t>
            </a:r>
          </a:p>
        </p:txBody>
      </p:sp>
      <p:pic>
        <p:nvPicPr>
          <p:cNvPr id="6" name="Picture 5" descr="slide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</a:rPr>
              <a:t>Multiple teams across Microsoft building separate policy engines — fragmented, duplicated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</a:rPr>
              <a:t>Azure Policy must support multiple policy languages.
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183" y="192024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192024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271" y="192024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192024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1094415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800" b="1">
                <a:solidFill>
                  <a:srgbClr val="C62828"/>
                </a:solidFill>
              </a:rPr>
              <a:t>N engines  =  N × audits  +  N × test suites  +  N × pipelines  +  N ×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5E20"/>
                </a:solidFill>
              </a:rPr>
              <a:t>What if one engine could run them all?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</a:rPr>
              <a:t>Let me show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</a:rPr>
              <a:t>What Java did for applications, RVM does for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</a:rPr>
              <a:t>JVM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92427" y="13716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Java · Kotlin
Scala · Groovy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2687" y="1463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24147" y="13716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4407" y="1463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371600"/>
            <a:ext cx="2011680" cy="6400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Java Bytecode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6127" y="1463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87587" y="13716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JVM: Any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</a:rPr>
              <a:t>RVM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2427" y="23774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Rego · Cedar
Azure Policy ·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687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24147" y="23774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407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2377440"/>
            <a:ext cx="2011680" cy="6400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RVM Bytecode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7587" y="23774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RVM: Any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What this means in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383280" cy="41148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One engine to audit and certify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Memory safe — Rust, no_std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Sandboxed — no file or network I/O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Structured audit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4207" y="3794760"/>
            <a:ext cx="3383280" cy="4114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Performance &amp; Portability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429768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Compiled register-based bytecode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Compile once, run anywhere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Cloud, edge, WASM, bare metal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8 language bindings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9775" y="3794760"/>
            <a:ext cx="3383280" cy="41148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Unique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215" y="429768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HostAwait: pause mid-eval for host data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Instruction budget + memory limits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Breakpoints &amp; step-through debugging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–  Forward-compatible binary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Rego  +  Cedar  + 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High performance  ·  Memory safe  ·  Portable bytecode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8 language bindings  ·  WASM Playground  ·  Open Source (MIT)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8E6C9"/>
                </a:solidFill>
              </a:rPr>
              <a:t>github.com/microsoft/regorus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