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Background: Azure CTO Memo</a:t>
            </a:r>
          </a:p>
        </p:txBody>
      </p:sp>
      <p:pic>
        <p:nvPicPr>
          <p:cNvPr id="3" name="Picture 2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"/>
            <a:ext cx="576072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"How to Policy" — Azure CTO memo on
the need for a unified policy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Multi Tenancy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Lifecycle</a:t>
            </a:r>
          </a:p>
        </p:txBody>
      </p:sp>
      <p:pic>
        <p:nvPicPr>
          <p:cNvPr id="8" name="Picture 7" descr="slide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194560"/>
            <a:ext cx="3657600" cy="2743200"/>
          </a:xfrm>
          <a:prstGeom prst="rect">
            <a:avLst/>
          </a:prstGeom>
        </p:spPr>
      </p:pic>
      <p:pic>
        <p:nvPicPr>
          <p:cNvPr id="9" name="Picture 8" descr="slide1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0040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Renewed Urgency: New Scenarios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To simultaneously reduce burden across Azure service teams and enable consistent experiences through a OnePlane philosophy, it’s critical to provide a common policy framework for Microsoft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2D2D2D"/>
                </a:solidFill>
              </a:rPr>
              <a:t>Standardization is critical for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D2D2D"/>
                </a:solidFill>
              </a:rPr>
              <a:t>Just in the last 6 months, many teams with custom solutions</a:t>
            </a:r>
          </a:p>
        </p:txBody>
      </p:sp>
      <p:pic>
        <p:nvPicPr>
          <p:cNvPr id="6" name="Picture 5" descr="slide2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</a:rPr>
              <a:t>Multiple teams across Microsoft building separate policy engines — fragmented, duplicated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The Power of RVM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One Engine  ·  Every Policy Language  ·  Any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C9"/>
                </a:solidFill>
              </a:rPr>
              <a:t>microsoft/regorus  ·  Open Source (MIT)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62828"/>
                </a:solidFill>
              </a:rPr>
              <a:t>The Problem: Policy Engine Proliferation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Azure Policy must support multiple policy languages. Across Microsoft, teams maintain separate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183" y="16459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5727" y="16459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9271" y="16459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16459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N separate security audits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N separate testing frameworks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N separate deployment pipelines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N separate teams to maintain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1094415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800" b="1">
                <a:solidFill>
                  <a:srgbClr val="C62828"/>
                </a:solidFill>
              </a:rPr>
              <a:t>N engines  =  N × audits  +  N × test suites  +  N × pipelines  +  N ×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</a:rPr>
              <a:t>Multiplicative cost, inconsistent behavior, fragmented tooling.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5E20"/>
                </a:solidFill>
              </a:rPr>
              <a:t>What Java Did for Apps, RVM Does for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6C00"/>
                </a:solidFill>
              </a:rPr>
              <a:t>JVM  (Applications)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347" y="1371600"/>
            <a:ext cx="21945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Java · Kotlin
Scala · Groovy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120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49827" y="1371600"/>
            <a:ext cx="21945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868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7307" y="1371600"/>
            <a:ext cx="2194560" cy="8686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Java Bytecode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616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4787" y="1371600"/>
            <a:ext cx="21945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JVM: Any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5E20"/>
                </a:solidFill>
              </a:rPr>
              <a:t>RVM  (Policy)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347" y="3017520"/>
            <a:ext cx="21945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Rego · Cedar
Azure Policy ·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1207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9827" y="3017520"/>
            <a:ext cx="21945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8687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7" y="3017520"/>
            <a:ext cx="2194560" cy="8686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RVM Bytecode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6167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4787" y="3017520"/>
            <a:ext cx="21945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0">
                <a:solidFill>
                  <a:srgbClr val="333333"/>
                </a:solidFill>
              </a:rPr>
              <a:t>RVM: Any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What this gives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One security surface to audit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One engine to optimize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One test framework to maintain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One artifact to deploy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Any new language gets the entire tooling ecosystem for free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8D4"/>
                </a:solidFill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</a:rPr>
              <a:t>What makes the playground possible — and what it means for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383280" cy="41148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Register-based bytecode, minimal dispatch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Short-circuit optimization (PolicyOp)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No cloning, no boxing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4207" y="1280160"/>
            <a:ext cx="3383280" cy="41148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647" y="178308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Compile once, run anywhere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Cloud, edge, WASM, bare metal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Forward-compatible binary serialization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9775" y="1280160"/>
            <a:ext cx="3383280" cy="41148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Extensibility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215" y="178308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HostAwait: pause mid-eval for host data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Suspendable execution by design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</a:rPr>
              <a:t>–  Breakpoints and step-through 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95C"/>
                </a:solidFill>
              </a:rPr>
              <a:t>Trust Through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3383280" cy="36576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Memory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Written in Rust — no buffer overflows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no_std compatible — bare metal ready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No unsafe code in evaluation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4207" y="3794760"/>
            <a:ext cx="3383280" cy="36576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Execution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4251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Configurable memory limits per evaluation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Instruction budget — bounded CPU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Sandboxed — no file or network I/O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9775" y="3794760"/>
            <a:ext cx="3383280" cy="36576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Auditability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215" y="4251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Structured audit logs — every decision traceable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Deterministic: same input = same output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–  Open source (MIT) — fully transparent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94415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333333"/>
                </a:solidFill>
              </a:rPr>
              <a:t>One engine to certify  ·  Reproducible results  ·  Resource &amp; time bounded  ·  Open source (MIT)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OPA  (Go)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Mature ecosystem, large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24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Rego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Go runtime overhead, GC pauses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579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Embeddable via cgo (complex, heavy)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Cedar or Azure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0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Cedar SDK  (Rust)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1810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Strong formal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558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Amazon Verified Permissions — managed cloud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Rego or Azure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bytecode — AST tree-walking 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690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mid-evaluation host callbacks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439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Custom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9145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One-off implementations per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2919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Per-product maintenance &amp; security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6694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shared tooling or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6C00"/>
                </a:solidFill>
              </a:rPr>
              <a:t>vs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97280"/>
            <a:ext cx="539496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Regorus / RVM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Multi-language: Rego + Cedar + Azure Policy + more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93976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Compiled register-based bytecode with short-circuit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496312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Rust core — memory safe, no_std, no GC, WASM compatible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898648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8 language bindings: C, C++, C#, Go, Java, Python, Ruby, 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00984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HostAwait: suspendable execution for mid-eval host callbacks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Breakpoints, stepping, debug — suspendable by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05656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Portable binary artifacts — compile once, run anywhere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07992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Interactive WASM playground in browser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910328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Policy intelligence: formal analysis via Z3 (upcoming)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312664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Open source (MIT) — transparent and auditable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 Any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Rego  +  Cedar  + 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High performance  ·  Memory safe  ·  Portable bytecode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8 language bindings  ·  WASM Playground  ·  Open Source (MIT)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Try it: https://anakrish.github.io/rego-virtual-machine-playground/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8E6C9"/>
                </a:solidFill>
              </a:rPr>
              <a:t>github.com/microsoft/regorus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