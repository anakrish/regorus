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Background: Azure CTO Memo</a:t>
            </a:r>
          </a:p>
        </p:txBody>
      </p:sp>
      <p:pic>
        <p:nvPicPr>
          <p:cNvPr id="3" name="Picture 2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76072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"How to Policy" — Azure CTO memo on
the need for a unified policy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Multi Tenancy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Lifecycle</a:t>
            </a:r>
          </a:p>
        </p:txBody>
      </p:sp>
      <p:pic>
        <p:nvPicPr>
          <p:cNvPr id="8" name="Picture 7" descr="slide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194560"/>
            <a:ext cx="3657600" cy="2743200"/>
          </a:xfrm>
          <a:prstGeom prst="rect">
            <a:avLst/>
          </a:prstGeom>
        </p:spPr>
      </p:pic>
      <p:pic>
        <p:nvPicPr>
          <p:cNvPr id="9" name="Picture 8" descr="slide1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Renewed Urgency: New Scenarios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To simultaneously reduce burden across Azure service teams and enable consistent experiences through a OnePlane philosophy, it’s critical to provide a common policy framework for Microsoft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2D2D2D"/>
                </a:solidFill>
              </a:rPr>
              <a:t>Standardization is critical for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D2D2D"/>
                </a:solidFill>
              </a:rPr>
              <a:t>Just in the last 6 months, many teams with custom solutions</a:t>
            </a:r>
          </a:p>
        </p:txBody>
      </p:sp>
      <p:pic>
        <p:nvPicPr>
          <p:cNvPr id="6" name="Picture 5" descr="slide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</a:rPr>
              <a:t>Multiple teams across Microsoft building separate policy engines — fragmented, duplicated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62828"/>
                </a:solidFill>
              </a:rPr>
              <a:t>Azure Policy must support
multiple policy languages.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</a:rPr>
              <a:t>Across Microsoft, teams maintain separate engines.
Every engine means another audit, another test suite, another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840480"/>
            <a:ext cx="1920240" cy="73152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183" y="3840480"/>
            <a:ext cx="1920240" cy="73152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3840480"/>
            <a:ext cx="1920240" cy="73152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271" y="3840480"/>
            <a:ext cx="1920240" cy="73152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3840480"/>
            <a:ext cx="1920240" cy="73152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B5E20"/>
                </a:solidFill>
              </a:rPr>
              <a:t>What if one engine could run them all?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1247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1.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8527" y="2926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Rego policy in Monaco editor with syntax highlighting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247" y="3310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2. Compile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527" y="33101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See RVM bytecode and instruction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247" y="36941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3.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36941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Set input data, get instant evaluation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40782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4.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527" y="40782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Same policy logic in Cedar — same bytecode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4462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5. Debug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527" y="44622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Step through bytecode, inspect registers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6.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4846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Side-by-side assembly for Rego vs Cedar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Rego  +  Cedar  +  Azure Policy — one bytecode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High performance  ·  Memory safe  ·  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8 language bindings: C, C++, C#, Go, Java, Python, Ruby,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WASM Playground  ·  Debugger  ·  Disassembler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Open Source (MIT)  ·  github.com/microsoft/regorus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