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076138029" r:id="rId2"/>
    <p:sldId id="2076138031" r:id="rId3"/>
    <p:sldId id="214747959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7"/>
    <p:restoredTop sz="94639"/>
  </p:normalViewPr>
  <p:slideViewPr>
    <p:cSldViewPr snapToGrid="0">
      <p:cViewPr varScale="1">
        <p:scale>
          <a:sx n="118" d="100"/>
          <a:sy n="118" d="100"/>
        </p:scale>
        <p:origin x="20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F21AE9-7487-44DB-8182-8C11200A3C2D}" type="doc">
      <dgm:prSet loTypeId="urn:microsoft.com/office/officeart/2005/8/layout/bProcess3" loCatId="process" qsTypeId="urn:microsoft.com/office/officeart/2005/8/quickstyle/simple5" qsCatId="simple" csTypeId="urn:microsoft.com/office/officeart/2005/8/colors/accent1_1" csCatId="accent1" phldr="1"/>
      <dgm:spPr/>
    </dgm:pt>
    <dgm:pt modelId="{47FC7ECE-1647-4A61-8C72-F05F5CC59C87}">
      <dgm:prSet phldrT="[Text]"/>
      <dgm:spPr/>
      <dgm:t>
        <a:bodyPr/>
        <a:lstStyle/>
        <a:p>
          <a:r>
            <a:rPr lang="en-US"/>
            <a:t>Investigation</a:t>
          </a:r>
        </a:p>
      </dgm:t>
    </dgm:pt>
    <dgm:pt modelId="{D92BFF8C-7BD9-43E7-8853-AEA4F9F708A2}" type="parTrans" cxnId="{08B8124A-8063-433A-A6FA-403914B33F1B}">
      <dgm:prSet/>
      <dgm:spPr/>
      <dgm:t>
        <a:bodyPr/>
        <a:lstStyle/>
        <a:p>
          <a:endParaRPr lang="en-US"/>
        </a:p>
      </dgm:t>
    </dgm:pt>
    <dgm:pt modelId="{1C3FC9BC-F303-4FFC-9CF7-C466516BA143}" type="sibTrans" cxnId="{08B8124A-8063-433A-A6FA-403914B33F1B}">
      <dgm:prSet/>
      <dgm:spPr/>
      <dgm:t>
        <a:bodyPr/>
        <a:lstStyle/>
        <a:p>
          <a:endParaRPr lang="en-US"/>
        </a:p>
      </dgm:t>
    </dgm:pt>
    <dgm:pt modelId="{84104816-AF99-4AF9-8727-2EBE74E3204E}">
      <dgm:prSet phldrT="[Text]"/>
      <dgm:spPr/>
      <dgm:t>
        <a:bodyPr/>
        <a:lstStyle/>
        <a:p>
          <a:r>
            <a:rPr lang="en-US"/>
            <a:t>Gaps in OPA</a:t>
          </a:r>
        </a:p>
      </dgm:t>
    </dgm:pt>
    <dgm:pt modelId="{5E9BB4EE-C65F-48F1-A805-7E1A25175FCC}" type="parTrans" cxnId="{2F21C438-F1C7-4327-A082-3D49AF4CA6B0}">
      <dgm:prSet/>
      <dgm:spPr/>
      <dgm:t>
        <a:bodyPr/>
        <a:lstStyle/>
        <a:p>
          <a:endParaRPr lang="en-US"/>
        </a:p>
      </dgm:t>
    </dgm:pt>
    <dgm:pt modelId="{07786C0E-57B4-4CF1-86C9-93B8DC82A4A6}" type="sibTrans" cxnId="{2F21C438-F1C7-4327-A082-3D49AF4CA6B0}">
      <dgm:prSet/>
      <dgm:spPr/>
      <dgm:t>
        <a:bodyPr/>
        <a:lstStyle/>
        <a:p>
          <a:endParaRPr lang="en-US"/>
        </a:p>
      </dgm:t>
    </dgm:pt>
    <dgm:pt modelId="{ACF6593F-F1F2-4998-ABBF-A9ED1775D977}">
      <dgm:prSet phldrT="[Text]"/>
      <dgm:spPr/>
      <dgm:t>
        <a:bodyPr/>
        <a:lstStyle/>
        <a:p>
          <a:r>
            <a:rPr lang="en-US"/>
            <a:t>Intermediate Language</a:t>
          </a:r>
        </a:p>
      </dgm:t>
    </dgm:pt>
    <dgm:pt modelId="{39A50188-AA82-4309-87E8-25B1C0233038}" type="parTrans" cxnId="{E87CEAAC-DDE2-46D0-A720-FD6EF8F68978}">
      <dgm:prSet/>
      <dgm:spPr/>
      <dgm:t>
        <a:bodyPr/>
        <a:lstStyle/>
        <a:p>
          <a:endParaRPr lang="en-US"/>
        </a:p>
      </dgm:t>
    </dgm:pt>
    <dgm:pt modelId="{501FC043-0C48-4083-A0F3-B58428D5B738}" type="sibTrans" cxnId="{E87CEAAC-DDE2-46D0-A720-FD6EF8F68978}">
      <dgm:prSet/>
      <dgm:spPr/>
      <dgm:t>
        <a:bodyPr/>
        <a:lstStyle/>
        <a:p>
          <a:endParaRPr lang="en-US"/>
        </a:p>
      </dgm:t>
    </dgm:pt>
    <dgm:pt modelId="{2D885C33-995C-4E64-A6EC-3EDC414134F7}">
      <dgm:prSet phldrT="[Text]"/>
      <dgm:spPr/>
      <dgm:t>
        <a:bodyPr/>
        <a:lstStyle/>
        <a:p>
          <a:r>
            <a:rPr lang="en-US"/>
            <a:t>Green Light (Mark Russ, Brendan Burns)</a:t>
          </a:r>
        </a:p>
      </dgm:t>
    </dgm:pt>
    <dgm:pt modelId="{E00875F4-BF3B-478C-95A7-AE39F7956646}" type="parTrans" cxnId="{BB0D6052-4991-45F9-B0AD-13231258ABE2}">
      <dgm:prSet/>
      <dgm:spPr/>
      <dgm:t>
        <a:bodyPr/>
        <a:lstStyle/>
        <a:p>
          <a:endParaRPr lang="en-US"/>
        </a:p>
      </dgm:t>
    </dgm:pt>
    <dgm:pt modelId="{7A5AB02E-D68B-45D0-86CA-52AD97DBC7C4}" type="sibTrans" cxnId="{BB0D6052-4991-45F9-B0AD-13231258ABE2}">
      <dgm:prSet/>
      <dgm:spPr/>
      <dgm:t>
        <a:bodyPr/>
        <a:lstStyle/>
        <a:p>
          <a:endParaRPr lang="en-US"/>
        </a:p>
      </dgm:t>
    </dgm:pt>
    <dgm:pt modelId="{24E83D29-0ACA-436B-8E3F-67ACABCDDB7A}" type="pres">
      <dgm:prSet presAssocID="{D3F21AE9-7487-44DB-8182-8C11200A3C2D}" presName="Name0" presStyleCnt="0">
        <dgm:presLayoutVars>
          <dgm:dir/>
          <dgm:resizeHandles val="exact"/>
        </dgm:presLayoutVars>
      </dgm:prSet>
      <dgm:spPr/>
    </dgm:pt>
    <dgm:pt modelId="{2528C79C-26EE-4C1F-A834-98412729D8C7}" type="pres">
      <dgm:prSet presAssocID="{47FC7ECE-1647-4A61-8C72-F05F5CC59C87}" presName="node" presStyleLbl="node1" presStyleIdx="0" presStyleCnt="4" custLinFactNeighborX="-62034" custLinFactNeighborY="-1880">
        <dgm:presLayoutVars>
          <dgm:bulletEnabled val="1"/>
        </dgm:presLayoutVars>
      </dgm:prSet>
      <dgm:spPr/>
    </dgm:pt>
    <dgm:pt modelId="{103F68B5-AAB3-47CC-98BA-31695E70B84A}" type="pres">
      <dgm:prSet presAssocID="{1C3FC9BC-F303-4FFC-9CF7-C466516BA143}" presName="sibTrans" presStyleLbl="sibTrans1D1" presStyleIdx="0" presStyleCnt="3"/>
      <dgm:spPr/>
    </dgm:pt>
    <dgm:pt modelId="{BA8477D7-A3FB-4ADB-B447-6D9CB2801A15}" type="pres">
      <dgm:prSet presAssocID="{1C3FC9BC-F303-4FFC-9CF7-C466516BA143}" presName="connectorText" presStyleLbl="sibTrans1D1" presStyleIdx="0" presStyleCnt="3"/>
      <dgm:spPr/>
    </dgm:pt>
    <dgm:pt modelId="{A4B91FAA-3843-4FA9-AE0C-E516692BA55A}" type="pres">
      <dgm:prSet presAssocID="{84104816-AF99-4AF9-8727-2EBE74E3204E}" presName="node" presStyleLbl="node1" presStyleIdx="1" presStyleCnt="4" custLinFactNeighborX="-39398" custLinFactNeighborY="-1880">
        <dgm:presLayoutVars>
          <dgm:bulletEnabled val="1"/>
        </dgm:presLayoutVars>
      </dgm:prSet>
      <dgm:spPr/>
    </dgm:pt>
    <dgm:pt modelId="{6CEEC85A-B552-4C53-AF20-46664EB2C867}" type="pres">
      <dgm:prSet presAssocID="{07786C0E-57B4-4CF1-86C9-93B8DC82A4A6}" presName="sibTrans" presStyleLbl="sibTrans1D1" presStyleIdx="1" presStyleCnt="3"/>
      <dgm:spPr/>
    </dgm:pt>
    <dgm:pt modelId="{7F7F1450-126E-4D00-897B-2732F9B2D450}" type="pres">
      <dgm:prSet presAssocID="{07786C0E-57B4-4CF1-86C9-93B8DC82A4A6}" presName="connectorText" presStyleLbl="sibTrans1D1" presStyleIdx="1" presStyleCnt="3"/>
      <dgm:spPr/>
    </dgm:pt>
    <dgm:pt modelId="{7C681A02-4F65-4016-B1AA-B73352B7B8C8}" type="pres">
      <dgm:prSet presAssocID="{ACF6593F-F1F2-4998-ABBF-A9ED1775D977}" presName="node" presStyleLbl="node1" presStyleIdx="2" presStyleCnt="4" custLinFactNeighborX="55595" custLinFactNeighborY="4316">
        <dgm:presLayoutVars>
          <dgm:bulletEnabled val="1"/>
        </dgm:presLayoutVars>
      </dgm:prSet>
      <dgm:spPr/>
    </dgm:pt>
    <dgm:pt modelId="{1D279C5A-5749-4BBF-B9EF-5972FA8DDE07}" type="pres">
      <dgm:prSet presAssocID="{501FC043-0C48-4083-A0F3-B58428D5B738}" presName="sibTrans" presStyleLbl="sibTrans1D1" presStyleIdx="2" presStyleCnt="3"/>
      <dgm:spPr/>
    </dgm:pt>
    <dgm:pt modelId="{9E836AA7-3CF3-4B44-9D0D-250BAFC4F650}" type="pres">
      <dgm:prSet presAssocID="{501FC043-0C48-4083-A0F3-B58428D5B738}" presName="connectorText" presStyleLbl="sibTrans1D1" presStyleIdx="2" presStyleCnt="3"/>
      <dgm:spPr/>
    </dgm:pt>
    <dgm:pt modelId="{DC55D360-BFDE-44FA-B118-B894BB09ADB2}" type="pres">
      <dgm:prSet presAssocID="{2D885C33-995C-4E64-A6EC-3EDC414134F7}" presName="node" presStyleLbl="node1" presStyleIdx="3" presStyleCnt="4" custLinFactNeighborX="62972" custLinFactNeighborY="-7310">
        <dgm:presLayoutVars>
          <dgm:bulletEnabled val="1"/>
        </dgm:presLayoutVars>
      </dgm:prSet>
      <dgm:spPr/>
    </dgm:pt>
  </dgm:ptLst>
  <dgm:cxnLst>
    <dgm:cxn modelId="{2F21C438-F1C7-4327-A082-3D49AF4CA6B0}" srcId="{D3F21AE9-7487-44DB-8182-8C11200A3C2D}" destId="{84104816-AF99-4AF9-8727-2EBE74E3204E}" srcOrd="1" destOrd="0" parTransId="{5E9BB4EE-C65F-48F1-A805-7E1A25175FCC}" sibTransId="{07786C0E-57B4-4CF1-86C9-93B8DC82A4A6}"/>
    <dgm:cxn modelId="{5845F43E-BCD3-4AFB-93E0-B4ED0FE2EBDE}" type="presOf" srcId="{07786C0E-57B4-4CF1-86C9-93B8DC82A4A6}" destId="{6CEEC85A-B552-4C53-AF20-46664EB2C867}" srcOrd="0" destOrd="0" presId="urn:microsoft.com/office/officeart/2005/8/layout/bProcess3"/>
    <dgm:cxn modelId="{08B8124A-8063-433A-A6FA-403914B33F1B}" srcId="{D3F21AE9-7487-44DB-8182-8C11200A3C2D}" destId="{47FC7ECE-1647-4A61-8C72-F05F5CC59C87}" srcOrd="0" destOrd="0" parTransId="{D92BFF8C-7BD9-43E7-8853-AEA4F9F708A2}" sibTransId="{1C3FC9BC-F303-4FFC-9CF7-C466516BA143}"/>
    <dgm:cxn modelId="{BB0D6052-4991-45F9-B0AD-13231258ABE2}" srcId="{D3F21AE9-7487-44DB-8182-8C11200A3C2D}" destId="{2D885C33-995C-4E64-A6EC-3EDC414134F7}" srcOrd="3" destOrd="0" parTransId="{E00875F4-BF3B-478C-95A7-AE39F7956646}" sibTransId="{7A5AB02E-D68B-45D0-86CA-52AD97DBC7C4}"/>
    <dgm:cxn modelId="{9BF45766-13EB-4C01-80A4-34DCA4C04D62}" type="presOf" srcId="{1C3FC9BC-F303-4FFC-9CF7-C466516BA143}" destId="{103F68B5-AAB3-47CC-98BA-31695E70B84A}" srcOrd="0" destOrd="0" presId="urn:microsoft.com/office/officeart/2005/8/layout/bProcess3"/>
    <dgm:cxn modelId="{4F25567C-6220-4541-A554-95C936F53072}" type="presOf" srcId="{47FC7ECE-1647-4A61-8C72-F05F5CC59C87}" destId="{2528C79C-26EE-4C1F-A834-98412729D8C7}" srcOrd="0" destOrd="0" presId="urn:microsoft.com/office/officeart/2005/8/layout/bProcess3"/>
    <dgm:cxn modelId="{9BB3EE80-03FC-4AD2-AB16-B71A20604CBC}" type="presOf" srcId="{84104816-AF99-4AF9-8727-2EBE74E3204E}" destId="{A4B91FAA-3843-4FA9-AE0C-E516692BA55A}" srcOrd="0" destOrd="0" presId="urn:microsoft.com/office/officeart/2005/8/layout/bProcess3"/>
    <dgm:cxn modelId="{10613B81-1996-45DD-A272-94974307B9BE}" type="presOf" srcId="{501FC043-0C48-4083-A0F3-B58428D5B738}" destId="{9E836AA7-3CF3-4B44-9D0D-250BAFC4F650}" srcOrd="1" destOrd="0" presId="urn:microsoft.com/office/officeart/2005/8/layout/bProcess3"/>
    <dgm:cxn modelId="{1FA83898-CB79-4D45-899A-1A8D19E83F06}" type="presOf" srcId="{2D885C33-995C-4E64-A6EC-3EDC414134F7}" destId="{DC55D360-BFDE-44FA-B118-B894BB09ADB2}" srcOrd="0" destOrd="0" presId="urn:microsoft.com/office/officeart/2005/8/layout/bProcess3"/>
    <dgm:cxn modelId="{E87CEAAC-DDE2-46D0-A720-FD6EF8F68978}" srcId="{D3F21AE9-7487-44DB-8182-8C11200A3C2D}" destId="{ACF6593F-F1F2-4998-ABBF-A9ED1775D977}" srcOrd="2" destOrd="0" parTransId="{39A50188-AA82-4309-87E8-25B1C0233038}" sibTransId="{501FC043-0C48-4083-A0F3-B58428D5B738}"/>
    <dgm:cxn modelId="{965E21C7-1BBC-4E42-8A72-C1DEC5898B63}" type="presOf" srcId="{ACF6593F-F1F2-4998-ABBF-A9ED1775D977}" destId="{7C681A02-4F65-4016-B1AA-B73352B7B8C8}" srcOrd="0" destOrd="0" presId="urn:microsoft.com/office/officeart/2005/8/layout/bProcess3"/>
    <dgm:cxn modelId="{04BF1FDD-8B45-486C-95A3-6F4A5134ABC6}" type="presOf" srcId="{07786C0E-57B4-4CF1-86C9-93B8DC82A4A6}" destId="{7F7F1450-126E-4D00-897B-2732F9B2D450}" srcOrd="1" destOrd="0" presId="urn:microsoft.com/office/officeart/2005/8/layout/bProcess3"/>
    <dgm:cxn modelId="{EF371BE9-87CE-4357-ACC1-2146612E6E6B}" type="presOf" srcId="{501FC043-0C48-4083-A0F3-B58428D5B738}" destId="{1D279C5A-5749-4BBF-B9EF-5972FA8DDE07}" srcOrd="0" destOrd="0" presId="urn:microsoft.com/office/officeart/2005/8/layout/bProcess3"/>
    <dgm:cxn modelId="{1EFFDDEA-EB6A-4CC6-8D74-93FE493B2D59}" type="presOf" srcId="{1C3FC9BC-F303-4FFC-9CF7-C466516BA143}" destId="{BA8477D7-A3FB-4ADB-B447-6D9CB2801A15}" srcOrd="1" destOrd="0" presId="urn:microsoft.com/office/officeart/2005/8/layout/bProcess3"/>
    <dgm:cxn modelId="{CD8BD3F6-4999-4D17-ABB3-80C64DB9538E}" type="presOf" srcId="{D3F21AE9-7487-44DB-8182-8C11200A3C2D}" destId="{24E83D29-0ACA-436B-8E3F-67ACABCDDB7A}" srcOrd="0" destOrd="0" presId="urn:microsoft.com/office/officeart/2005/8/layout/bProcess3"/>
    <dgm:cxn modelId="{A3553632-4C9A-4907-8607-6A3308D04EFC}" type="presParOf" srcId="{24E83D29-0ACA-436B-8E3F-67ACABCDDB7A}" destId="{2528C79C-26EE-4C1F-A834-98412729D8C7}" srcOrd="0" destOrd="0" presId="urn:microsoft.com/office/officeart/2005/8/layout/bProcess3"/>
    <dgm:cxn modelId="{FC3E76E0-2496-495B-BBB8-98669ACAE1C5}" type="presParOf" srcId="{24E83D29-0ACA-436B-8E3F-67ACABCDDB7A}" destId="{103F68B5-AAB3-47CC-98BA-31695E70B84A}" srcOrd="1" destOrd="0" presId="urn:microsoft.com/office/officeart/2005/8/layout/bProcess3"/>
    <dgm:cxn modelId="{406C867D-8963-4217-BC73-4E36DAAAFC1C}" type="presParOf" srcId="{103F68B5-AAB3-47CC-98BA-31695E70B84A}" destId="{BA8477D7-A3FB-4ADB-B447-6D9CB2801A15}" srcOrd="0" destOrd="0" presId="urn:microsoft.com/office/officeart/2005/8/layout/bProcess3"/>
    <dgm:cxn modelId="{31AB7392-D24C-4CDE-AC63-0089AEBFF5F0}" type="presParOf" srcId="{24E83D29-0ACA-436B-8E3F-67ACABCDDB7A}" destId="{A4B91FAA-3843-4FA9-AE0C-E516692BA55A}" srcOrd="2" destOrd="0" presId="urn:microsoft.com/office/officeart/2005/8/layout/bProcess3"/>
    <dgm:cxn modelId="{C9A2A92F-ECAF-4C5C-8816-F9F856D3B070}" type="presParOf" srcId="{24E83D29-0ACA-436B-8E3F-67ACABCDDB7A}" destId="{6CEEC85A-B552-4C53-AF20-46664EB2C867}" srcOrd="3" destOrd="0" presId="urn:microsoft.com/office/officeart/2005/8/layout/bProcess3"/>
    <dgm:cxn modelId="{BECDCEEE-9AA4-4F25-80BE-A0603583687E}" type="presParOf" srcId="{6CEEC85A-B552-4C53-AF20-46664EB2C867}" destId="{7F7F1450-126E-4D00-897B-2732F9B2D450}" srcOrd="0" destOrd="0" presId="urn:microsoft.com/office/officeart/2005/8/layout/bProcess3"/>
    <dgm:cxn modelId="{DA4D02F4-67EF-452D-84D0-3BDFFE52B4DD}" type="presParOf" srcId="{24E83D29-0ACA-436B-8E3F-67ACABCDDB7A}" destId="{7C681A02-4F65-4016-B1AA-B73352B7B8C8}" srcOrd="4" destOrd="0" presId="urn:microsoft.com/office/officeart/2005/8/layout/bProcess3"/>
    <dgm:cxn modelId="{B8C27607-85CD-4E77-9937-B52E94F5008A}" type="presParOf" srcId="{24E83D29-0ACA-436B-8E3F-67ACABCDDB7A}" destId="{1D279C5A-5749-4BBF-B9EF-5972FA8DDE07}" srcOrd="5" destOrd="0" presId="urn:microsoft.com/office/officeart/2005/8/layout/bProcess3"/>
    <dgm:cxn modelId="{5E0CF679-7DF7-429F-88F4-8D460575EC40}" type="presParOf" srcId="{1D279C5A-5749-4BBF-B9EF-5972FA8DDE07}" destId="{9E836AA7-3CF3-4B44-9D0D-250BAFC4F650}" srcOrd="0" destOrd="0" presId="urn:microsoft.com/office/officeart/2005/8/layout/bProcess3"/>
    <dgm:cxn modelId="{0F8EED34-7180-4B61-9BD1-0EC0F0CF4688}" type="presParOf" srcId="{24E83D29-0ACA-436B-8E3F-67ACABCDDB7A}" destId="{DC55D360-BFDE-44FA-B118-B894BB09ADB2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674267-F1EC-4B15-AADC-544550DF1906}" type="doc">
      <dgm:prSet loTypeId="urn:microsoft.com/office/officeart/2005/8/layout/balance1" loCatId="relationship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C74B63-6D20-4BD9-B89D-D3B06E93E388}">
      <dgm:prSet phldrT="[Text]"/>
      <dgm:spPr/>
      <dgm:t>
        <a:bodyPr/>
        <a:lstStyle/>
        <a:p>
          <a:r>
            <a:rPr lang="en-US"/>
            <a:t>X-Ray</a:t>
          </a:r>
        </a:p>
      </dgm:t>
    </dgm:pt>
    <dgm:pt modelId="{9B0BEEF0-8040-4F3F-8780-3EB9379B3258}" type="parTrans" cxnId="{8537AADA-3471-45C3-9EE4-FB34F59A3794}">
      <dgm:prSet/>
      <dgm:spPr/>
      <dgm:t>
        <a:bodyPr/>
        <a:lstStyle/>
        <a:p>
          <a:endParaRPr lang="en-US"/>
        </a:p>
      </dgm:t>
    </dgm:pt>
    <dgm:pt modelId="{FC42488F-B481-4BC4-895F-0C4B479A3465}" type="sibTrans" cxnId="{8537AADA-3471-45C3-9EE4-FB34F59A3794}">
      <dgm:prSet/>
      <dgm:spPr/>
      <dgm:t>
        <a:bodyPr/>
        <a:lstStyle/>
        <a:p>
          <a:endParaRPr lang="en-US"/>
        </a:p>
      </dgm:t>
    </dgm:pt>
    <dgm:pt modelId="{AC06D65A-D0BD-43F1-A0AF-2723C99CD9E1}">
      <dgm:prSet phldrT="[Text]"/>
      <dgm:spPr/>
      <dgm:t>
        <a:bodyPr/>
        <a:lstStyle/>
        <a:p>
          <a:r>
            <a:rPr lang="en-US"/>
            <a:t>Geneva Actions</a:t>
          </a:r>
        </a:p>
      </dgm:t>
    </dgm:pt>
    <dgm:pt modelId="{DCD6C52C-37A9-469B-9659-047171BCCBCC}" type="parTrans" cxnId="{EB79D44F-2FBD-4A51-839C-BA197DFAD0CA}">
      <dgm:prSet/>
      <dgm:spPr/>
      <dgm:t>
        <a:bodyPr/>
        <a:lstStyle/>
        <a:p>
          <a:endParaRPr lang="en-US"/>
        </a:p>
      </dgm:t>
    </dgm:pt>
    <dgm:pt modelId="{71E883CC-348C-4F7E-B97E-FB9D4902A2AE}" type="sibTrans" cxnId="{EB79D44F-2FBD-4A51-839C-BA197DFAD0CA}">
      <dgm:prSet/>
      <dgm:spPr/>
      <dgm:t>
        <a:bodyPr/>
        <a:lstStyle/>
        <a:p>
          <a:endParaRPr lang="en-US"/>
        </a:p>
      </dgm:t>
    </dgm:pt>
    <dgm:pt modelId="{1BC56F6F-DFBA-4E62-B8BF-84B26E58F916}">
      <dgm:prSet phldrT="[Text]"/>
      <dgm:spPr/>
      <dgm:t>
        <a:bodyPr/>
        <a:lstStyle/>
        <a:p>
          <a:r>
            <a:rPr lang="en-US"/>
            <a:t>Attestation</a:t>
          </a:r>
        </a:p>
      </dgm:t>
    </dgm:pt>
    <dgm:pt modelId="{C8657775-E0C6-41C7-A241-3D23F6BC54D9}" type="parTrans" cxnId="{DF952C41-B6AB-41EA-B188-75300875835A}">
      <dgm:prSet/>
      <dgm:spPr/>
      <dgm:t>
        <a:bodyPr/>
        <a:lstStyle/>
        <a:p>
          <a:endParaRPr lang="en-US"/>
        </a:p>
      </dgm:t>
    </dgm:pt>
    <dgm:pt modelId="{23DD7931-33AA-44A2-9467-EC0A74D90DC7}" type="sibTrans" cxnId="{DF952C41-B6AB-41EA-B188-75300875835A}">
      <dgm:prSet/>
      <dgm:spPr/>
      <dgm:t>
        <a:bodyPr/>
        <a:lstStyle/>
        <a:p>
          <a:endParaRPr lang="en-US"/>
        </a:p>
      </dgm:t>
    </dgm:pt>
    <dgm:pt modelId="{B232648E-E4F8-47B7-8551-7D7006C45CD9}">
      <dgm:prSet phldrT="[Text]"/>
      <dgm:spPr>
        <a:noFill/>
        <a:ln>
          <a:noFill/>
        </a:ln>
      </dgm:spPr>
      <dgm:t>
        <a:bodyPr/>
        <a:lstStyle/>
        <a:p>
          <a:r>
            <a:rPr lang="en-US"/>
            <a:t>Defer</a:t>
          </a:r>
        </a:p>
      </dgm:t>
    </dgm:pt>
    <dgm:pt modelId="{8AD7C153-3245-4440-840B-E8E7A2A33AE8}" type="parTrans" cxnId="{94CA1466-3C8A-45DC-BA4D-C18EA72A3007}">
      <dgm:prSet/>
      <dgm:spPr/>
      <dgm:t>
        <a:bodyPr/>
        <a:lstStyle/>
        <a:p>
          <a:endParaRPr lang="en-US"/>
        </a:p>
      </dgm:t>
    </dgm:pt>
    <dgm:pt modelId="{CF34AC63-2E30-4EE0-A594-62F32F4C7C97}" type="sibTrans" cxnId="{94CA1466-3C8A-45DC-BA4D-C18EA72A3007}">
      <dgm:prSet/>
      <dgm:spPr/>
      <dgm:t>
        <a:bodyPr/>
        <a:lstStyle/>
        <a:p>
          <a:endParaRPr lang="en-US"/>
        </a:p>
      </dgm:t>
    </dgm:pt>
    <dgm:pt modelId="{F3D18E75-CFCE-4DDB-8F4C-5B77D1A8CF54}">
      <dgm:prSet phldrT="[Text]"/>
      <dgm:spPr/>
      <dgm:t>
        <a:bodyPr/>
        <a:lstStyle/>
        <a:p>
          <a:r>
            <a:rPr lang="en-US"/>
            <a:t>Availability Test</a:t>
          </a:r>
        </a:p>
      </dgm:t>
    </dgm:pt>
    <dgm:pt modelId="{27CDBBAB-8821-40BB-BFF3-176545480231}" type="parTrans" cxnId="{24A8862D-5D99-421C-AA8A-0CF891BC0C96}">
      <dgm:prSet/>
      <dgm:spPr/>
      <dgm:t>
        <a:bodyPr/>
        <a:lstStyle/>
        <a:p>
          <a:endParaRPr lang="en-US"/>
        </a:p>
      </dgm:t>
    </dgm:pt>
    <dgm:pt modelId="{7BAEDC4B-2678-4072-A95F-1D959B88FDCE}" type="sibTrans" cxnId="{24A8862D-5D99-421C-AA8A-0CF891BC0C96}">
      <dgm:prSet/>
      <dgm:spPr/>
      <dgm:t>
        <a:bodyPr/>
        <a:lstStyle/>
        <a:p>
          <a:endParaRPr lang="en-US"/>
        </a:p>
      </dgm:t>
    </dgm:pt>
    <dgm:pt modelId="{A89B43A0-D669-455F-8CE9-A5C67827EFC8}">
      <dgm:prSet phldrT="[Text]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EA9C1A0-B086-4AEE-AE3C-4A2F1DD6C029}" type="sibTrans" cxnId="{59614AA1-9DD2-41F3-90CD-4B098A94E52A}">
      <dgm:prSet/>
      <dgm:spPr/>
      <dgm:t>
        <a:bodyPr/>
        <a:lstStyle/>
        <a:p>
          <a:endParaRPr lang="en-US"/>
        </a:p>
      </dgm:t>
    </dgm:pt>
    <dgm:pt modelId="{F8B4FE6D-C0AF-4EE7-B739-0EE3A833A691}" type="parTrans" cxnId="{59614AA1-9DD2-41F3-90CD-4B098A94E52A}">
      <dgm:prSet/>
      <dgm:spPr/>
      <dgm:t>
        <a:bodyPr/>
        <a:lstStyle/>
        <a:p>
          <a:endParaRPr lang="en-US"/>
        </a:p>
      </dgm:t>
    </dgm:pt>
    <dgm:pt modelId="{31176527-E2E1-4D05-B6D6-B708908FF767}">
      <dgm:prSet phldrT="[Text]"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450C2D10-EBB9-488C-8B29-CF0D66DB7241}" type="parTrans" cxnId="{C8D34460-404C-498E-89DE-194FFF2D60E8}">
      <dgm:prSet/>
      <dgm:spPr/>
      <dgm:t>
        <a:bodyPr/>
        <a:lstStyle/>
        <a:p>
          <a:endParaRPr lang="en-US"/>
        </a:p>
      </dgm:t>
    </dgm:pt>
    <dgm:pt modelId="{B33378F1-1049-4181-99E9-2D9ECB242D10}" type="sibTrans" cxnId="{C8D34460-404C-498E-89DE-194FFF2D60E8}">
      <dgm:prSet/>
      <dgm:spPr/>
      <dgm:t>
        <a:bodyPr/>
        <a:lstStyle/>
        <a:p>
          <a:endParaRPr lang="en-US"/>
        </a:p>
      </dgm:t>
    </dgm:pt>
    <dgm:pt modelId="{7E405FDB-4157-4D39-8CC8-219D12214117}" type="pres">
      <dgm:prSet presAssocID="{28674267-F1EC-4B15-AADC-544550DF1906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C9FCE0BE-B03B-471A-930D-25851BCAC9C6}" type="pres">
      <dgm:prSet presAssocID="{28674267-F1EC-4B15-AADC-544550DF1906}" presName="dummyMaxCanvas" presStyleCnt="0"/>
      <dgm:spPr/>
    </dgm:pt>
    <dgm:pt modelId="{913F2F69-FBA6-491D-9359-65EE1E3101E2}" type="pres">
      <dgm:prSet presAssocID="{28674267-F1EC-4B15-AADC-544550DF1906}" presName="parentComposite" presStyleCnt="0"/>
      <dgm:spPr/>
    </dgm:pt>
    <dgm:pt modelId="{5FD20CCD-907A-4A94-8940-FD4D4A9527EC}" type="pres">
      <dgm:prSet presAssocID="{28674267-F1EC-4B15-AADC-544550DF1906}" presName="parent1" presStyleLbl="alignAccFollowNode1" presStyleIdx="0" presStyleCnt="4">
        <dgm:presLayoutVars>
          <dgm:chMax val="4"/>
        </dgm:presLayoutVars>
      </dgm:prSet>
      <dgm:spPr/>
    </dgm:pt>
    <dgm:pt modelId="{B50B8027-EDB9-4DDE-9960-68239BC96C2E}" type="pres">
      <dgm:prSet presAssocID="{28674267-F1EC-4B15-AADC-544550DF1906}" presName="parent2" presStyleLbl="alignAccFollowNode1" presStyleIdx="1" presStyleCnt="4">
        <dgm:presLayoutVars>
          <dgm:chMax val="4"/>
        </dgm:presLayoutVars>
      </dgm:prSet>
      <dgm:spPr/>
    </dgm:pt>
    <dgm:pt modelId="{28B22D92-E980-4593-B91C-27CF57455DF0}" type="pres">
      <dgm:prSet presAssocID="{28674267-F1EC-4B15-AADC-544550DF1906}" presName="childrenComposite" presStyleCnt="0"/>
      <dgm:spPr/>
    </dgm:pt>
    <dgm:pt modelId="{7984A834-B43E-4328-8352-D49E33ABF90C}" type="pres">
      <dgm:prSet presAssocID="{28674267-F1EC-4B15-AADC-544550DF1906}" presName="dummyMaxCanvas_ChildArea" presStyleCnt="0"/>
      <dgm:spPr/>
    </dgm:pt>
    <dgm:pt modelId="{2F5A2A3C-BD42-4DB6-A029-5E269E10C8DC}" type="pres">
      <dgm:prSet presAssocID="{28674267-F1EC-4B15-AADC-544550DF1906}" presName="fulcrum" presStyleLbl="alignAccFollowNode1" presStyleIdx="2" presStyleCnt="4"/>
      <dgm:spPr/>
    </dgm:pt>
    <dgm:pt modelId="{FFC9FE96-A74B-42D4-B561-359A28C017BE}" type="pres">
      <dgm:prSet presAssocID="{28674267-F1EC-4B15-AADC-544550DF1906}" presName="balance_41" presStyleLbl="alignAccFollowNode1" presStyleIdx="3" presStyleCnt="4">
        <dgm:presLayoutVars>
          <dgm:bulletEnabled val="1"/>
        </dgm:presLayoutVars>
      </dgm:prSet>
      <dgm:spPr/>
    </dgm:pt>
    <dgm:pt modelId="{B5E5A7C7-4A78-4CEA-9901-26593BE89A2F}" type="pres">
      <dgm:prSet presAssocID="{28674267-F1EC-4B15-AADC-544550DF1906}" presName="left_41_1" presStyleLbl="node1" presStyleIdx="0" presStyleCnt="5">
        <dgm:presLayoutVars>
          <dgm:bulletEnabled val="1"/>
        </dgm:presLayoutVars>
      </dgm:prSet>
      <dgm:spPr/>
    </dgm:pt>
    <dgm:pt modelId="{8510C8CD-2BE4-4EC7-BDED-1A4501F53D71}" type="pres">
      <dgm:prSet presAssocID="{28674267-F1EC-4B15-AADC-544550DF1906}" presName="left_41_2" presStyleLbl="node1" presStyleIdx="1" presStyleCnt="5">
        <dgm:presLayoutVars>
          <dgm:bulletEnabled val="1"/>
        </dgm:presLayoutVars>
      </dgm:prSet>
      <dgm:spPr/>
    </dgm:pt>
    <dgm:pt modelId="{3AF21A0B-49AA-428D-9EB8-E313EEE3E395}" type="pres">
      <dgm:prSet presAssocID="{28674267-F1EC-4B15-AADC-544550DF1906}" presName="left_41_3" presStyleLbl="node1" presStyleIdx="2" presStyleCnt="5">
        <dgm:presLayoutVars>
          <dgm:bulletEnabled val="1"/>
        </dgm:presLayoutVars>
      </dgm:prSet>
      <dgm:spPr/>
    </dgm:pt>
    <dgm:pt modelId="{E9C0BDC7-D88E-4B45-9F71-8D12872CC62A}" type="pres">
      <dgm:prSet presAssocID="{28674267-F1EC-4B15-AADC-544550DF1906}" presName="left_41_4" presStyleLbl="node1" presStyleIdx="3" presStyleCnt="5">
        <dgm:presLayoutVars>
          <dgm:bulletEnabled val="1"/>
        </dgm:presLayoutVars>
      </dgm:prSet>
      <dgm:spPr/>
    </dgm:pt>
    <dgm:pt modelId="{35A83CAD-5F49-4003-AF59-DF22D1102BB0}" type="pres">
      <dgm:prSet presAssocID="{28674267-F1EC-4B15-AADC-544550DF1906}" presName="right_41_1" presStyleLbl="node1" presStyleIdx="4" presStyleCnt="5">
        <dgm:presLayoutVars>
          <dgm:bulletEnabled val="1"/>
        </dgm:presLayoutVars>
      </dgm:prSet>
      <dgm:spPr/>
    </dgm:pt>
  </dgm:ptLst>
  <dgm:cxnLst>
    <dgm:cxn modelId="{79868F17-6A06-4C91-BB82-234AAE4D1DFE}" type="presOf" srcId="{A89B43A0-D669-455F-8CE9-A5C67827EFC8}" destId="{5FD20CCD-907A-4A94-8940-FD4D4A9527EC}" srcOrd="0" destOrd="0" presId="urn:microsoft.com/office/officeart/2005/8/layout/balance1"/>
    <dgm:cxn modelId="{24A8862D-5D99-421C-AA8A-0CF891BC0C96}" srcId="{A89B43A0-D669-455F-8CE9-A5C67827EFC8}" destId="{F3D18E75-CFCE-4DDB-8F4C-5B77D1A8CF54}" srcOrd="3" destOrd="0" parTransId="{27CDBBAB-8821-40BB-BFF3-176545480231}" sibTransId="{7BAEDC4B-2678-4072-A95F-1D959B88FDCE}"/>
    <dgm:cxn modelId="{739A0A3C-E1A0-4B17-95E2-F5CEF8E531F5}" type="presOf" srcId="{1BC56F6F-DFBA-4E62-B8BF-84B26E58F916}" destId="{3AF21A0B-49AA-428D-9EB8-E313EEE3E395}" srcOrd="0" destOrd="0" presId="urn:microsoft.com/office/officeart/2005/8/layout/balance1"/>
    <dgm:cxn modelId="{DF952C41-B6AB-41EA-B188-75300875835A}" srcId="{A89B43A0-D669-455F-8CE9-A5C67827EFC8}" destId="{1BC56F6F-DFBA-4E62-B8BF-84B26E58F916}" srcOrd="2" destOrd="0" parTransId="{C8657775-E0C6-41C7-A241-3D23F6BC54D9}" sibTransId="{23DD7931-33AA-44A2-9467-EC0A74D90DC7}"/>
    <dgm:cxn modelId="{EB79D44F-2FBD-4A51-839C-BA197DFAD0CA}" srcId="{A89B43A0-D669-455F-8CE9-A5C67827EFC8}" destId="{AC06D65A-D0BD-43F1-A0AF-2723C99CD9E1}" srcOrd="1" destOrd="0" parTransId="{DCD6C52C-37A9-469B-9659-047171BCCBCC}" sibTransId="{71E883CC-348C-4F7E-B97E-FB9D4902A2AE}"/>
    <dgm:cxn modelId="{442B655C-19C3-467B-ACEB-F37C1923107B}" type="presOf" srcId="{F3D18E75-CFCE-4DDB-8F4C-5B77D1A8CF54}" destId="{E9C0BDC7-D88E-4B45-9F71-8D12872CC62A}" srcOrd="0" destOrd="0" presId="urn:microsoft.com/office/officeart/2005/8/layout/balance1"/>
    <dgm:cxn modelId="{C8D34460-404C-498E-89DE-194FFF2D60E8}" srcId="{28674267-F1EC-4B15-AADC-544550DF1906}" destId="{31176527-E2E1-4D05-B6D6-B708908FF767}" srcOrd="1" destOrd="0" parTransId="{450C2D10-EBB9-488C-8B29-CF0D66DB7241}" sibTransId="{B33378F1-1049-4181-99E9-2D9ECB242D10}"/>
    <dgm:cxn modelId="{94CA1466-3C8A-45DC-BA4D-C18EA72A3007}" srcId="{31176527-E2E1-4D05-B6D6-B708908FF767}" destId="{B232648E-E4F8-47B7-8551-7D7006C45CD9}" srcOrd="0" destOrd="0" parTransId="{8AD7C153-3245-4440-840B-E8E7A2A33AE8}" sibTransId="{CF34AC63-2E30-4EE0-A594-62F32F4C7C97}"/>
    <dgm:cxn modelId="{CEABC968-1B4C-4CE8-920E-8B8CEA8B945F}" type="presOf" srcId="{B9C74B63-6D20-4BD9-B89D-D3B06E93E388}" destId="{B5E5A7C7-4A78-4CEA-9901-26593BE89A2F}" srcOrd="0" destOrd="0" presId="urn:microsoft.com/office/officeart/2005/8/layout/balance1"/>
    <dgm:cxn modelId="{2AF7886C-CF57-4EA0-8F08-E25606029272}" type="presOf" srcId="{31176527-E2E1-4D05-B6D6-B708908FF767}" destId="{B50B8027-EDB9-4DDE-9960-68239BC96C2E}" srcOrd="0" destOrd="0" presId="urn:microsoft.com/office/officeart/2005/8/layout/balance1"/>
    <dgm:cxn modelId="{48B6CE87-36C4-4141-A9DA-B3BF69BAAB4F}" type="presOf" srcId="{B232648E-E4F8-47B7-8551-7D7006C45CD9}" destId="{35A83CAD-5F49-4003-AF59-DF22D1102BB0}" srcOrd="0" destOrd="0" presId="urn:microsoft.com/office/officeart/2005/8/layout/balance1"/>
    <dgm:cxn modelId="{59614AA1-9DD2-41F3-90CD-4B098A94E52A}" srcId="{28674267-F1EC-4B15-AADC-544550DF1906}" destId="{A89B43A0-D669-455F-8CE9-A5C67827EFC8}" srcOrd="0" destOrd="0" parTransId="{F8B4FE6D-C0AF-4EE7-B739-0EE3A833A691}" sibTransId="{4EA9C1A0-B086-4AEE-AE3C-4A2F1DD6C029}"/>
    <dgm:cxn modelId="{8537AADA-3471-45C3-9EE4-FB34F59A3794}" srcId="{A89B43A0-D669-455F-8CE9-A5C67827EFC8}" destId="{B9C74B63-6D20-4BD9-B89D-D3B06E93E388}" srcOrd="0" destOrd="0" parTransId="{9B0BEEF0-8040-4F3F-8780-3EB9379B3258}" sibTransId="{FC42488F-B481-4BC4-895F-0C4B479A3465}"/>
    <dgm:cxn modelId="{D153AFEC-AC3A-4B84-AA2D-1D85F2780D03}" type="presOf" srcId="{28674267-F1EC-4B15-AADC-544550DF1906}" destId="{7E405FDB-4157-4D39-8CC8-219D12214117}" srcOrd="0" destOrd="0" presId="urn:microsoft.com/office/officeart/2005/8/layout/balance1"/>
    <dgm:cxn modelId="{1BF5E0FB-9981-4466-8318-F7FD76536C3F}" type="presOf" srcId="{AC06D65A-D0BD-43F1-A0AF-2723C99CD9E1}" destId="{8510C8CD-2BE4-4EC7-BDED-1A4501F53D71}" srcOrd="0" destOrd="0" presId="urn:microsoft.com/office/officeart/2005/8/layout/balance1"/>
    <dgm:cxn modelId="{C928ED18-2A90-4225-AAA6-771C9EA3FD82}" type="presParOf" srcId="{7E405FDB-4157-4D39-8CC8-219D12214117}" destId="{C9FCE0BE-B03B-471A-930D-25851BCAC9C6}" srcOrd="0" destOrd="0" presId="urn:microsoft.com/office/officeart/2005/8/layout/balance1"/>
    <dgm:cxn modelId="{FE9DEFF2-CFF5-4797-828C-BBCBFA4F6FA0}" type="presParOf" srcId="{7E405FDB-4157-4D39-8CC8-219D12214117}" destId="{913F2F69-FBA6-491D-9359-65EE1E3101E2}" srcOrd="1" destOrd="0" presId="urn:microsoft.com/office/officeart/2005/8/layout/balance1"/>
    <dgm:cxn modelId="{01FBF11C-9DDA-47C9-8FAD-4FF0ADFA1F7B}" type="presParOf" srcId="{913F2F69-FBA6-491D-9359-65EE1E3101E2}" destId="{5FD20CCD-907A-4A94-8940-FD4D4A9527EC}" srcOrd="0" destOrd="0" presId="urn:microsoft.com/office/officeart/2005/8/layout/balance1"/>
    <dgm:cxn modelId="{522D1F63-1C1D-4EA3-8CE1-81A8E25F1E85}" type="presParOf" srcId="{913F2F69-FBA6-491D-9359-65EE1E3101E2}" destId="{B50B8027-EDB9-4DDE-9960-68239BC96C2E}" srcOrd="1" destOrd="0" presId="urn:microsoft.com/office/officeart/2005/8/layout/balance1"/>
    <dgm:cxn modelId="{0CFAE613-B7DE-49F6-AE4C-5E1B7DB92763}" type="presParOf" srcId="{7E405FDB-4157-4D39-8CC8-219D12214117}" destId="{28B22D92-E980-4593-B91C-27CF57455DF0}" srcOrd="2" destOrd="0" presId="urn:microsoft.com/office/officeart/2005/8/layout/balance1"/>
    <dgm:cxn modelId="{0E3487F3-E47B-44AC-A5DA-DDFD85041167}" type="presParOf" srcId="{28B22D92-E980-4593-B91C-27CF57455DF0}" destId="{7984A834-B43E-4328-8352-D49E33ABF90C}" srcOrd="0" destOrd="0" presId="urn:microsoft.com/office/officeart/2005/8/layout/balance1"/>
    <dgm:cxn modelId="{9B7C7B17-D1F8-42A6-B003-7918F2D8B5D3}" type="presParOf" srcId="{28B22D92-E980-4593-B91C-27CF57455DF0}" destId="{2F5A2A3C-BD42-4DB6-A029-5E269E10C8DC}" srcOrd="1" destOrd="0" presId="urn:microsoft.com/office/officeart/2005/8/layout/balance1"/>
    <dgm:cxn modelId="{0DB0D471-9CB6-48A5-A5A4-CF95BB996165}" type="presParOf" srcId="{28B22D92-E980-4593-B91C-27CF57455DF0}" destId="{FFC9FE96-A74B-42D4-B561-359A28C017BE}" srcOrd="2" destOrd="0" presId="urn:microsoft.com/office/officeart/2005/8/layout/balance1"/>
    <dgm:cxn modelId="{E4CCCD6F-858A-471D-AB11-389BD1FD9CE0}" type="presParOf" srcId="{28B22D92-E980-4593-B91C-27CF57455DF0}" destId="{B5E5A7C7-4A78-4CEA-9901-26593BE89A2F}" srcOrd="3" destOrd="0" presId="urn:microsoft.com/office/officeart/2005/8/layout/balance1"/>
    <dgm:cxn modelId="{A6C72EF7-B318-47A7-8329-CCAF8BD95BD3}" type="presParOf" srcId="{28B22D92-E980-4593-B91C-27CF57455DF0}" destId="{8510C8CD-2BE4-4EC7-BDED-1A4501F53D71}" srcOrd="4" destOrd="0" presId="urn:microsoft.com/office/officeart/2005/8/layout/balance1"/>
    <dgm:cxn modelId="{111D2C89-42A5-4710-92E3-69FDFA31AA85}" type="presParOf" srcId="{28B22D92-E980-4593-B91C-27CF57455DF0}" destId="{3AF21A0B-49AA-428D-9EB8-E313EEE3E395}" srcOrd="5" destOrd="0" presId="urn:microsoft.com/office/officeart/2005/8/layout/balance1"/>
    <dgm:cxn modelId="{9979226C-E7DA-4E24-A744-906194E2BF8B}" type="presParOf" srcId="{28B22D92-E980-4593-B91C-27CF57455DF0}" destId="{E9C0BDC7-D88E-4B45-9F71-8D12872CC62A}" srcOrd="6" destOrd="0" presId="urn:microsoft.com/office/officeart/2005/8/layout/balance1"/>
    <dgm:cxn modelId="{96BD511E-67A7-4061-9C62-2F13F6C1D551}" type="presParOf" srcId="{28B22D92-E980-4593-B91C-27CF57455DF0}" destId="{35A83CAD-5F49-4003-AF59-DF22D1102BB0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21F870-2FF9-4E8B-B26F-E39459A9DCB3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A98EA691-A51D-4D39-8051-EE29F5F5B9F9}">
      <dgm:prSet phldrT="[Text]" custT="1"/>
      <dgm:spPr/>
      <dgm:t>
        <a:bodyPr/>
        <a:lstStyle/>
        <a:p>
          <a:r>
            <a:rPr lang="en-US" sz="1600"/>
            <a:t>Policy Framework</a:t>
          </a:r>
        </a:p>
      </dgm:t>
    </dgm:pt>
    <dgm:pt modelId="{4B63524E-0BC6-489F-B7DA-24747A0B1CF0}" type="parTrans" cxnId="{0259C8E3-1E1B-411D-8D7B-75BE60C559E1}">
      <dgm:prSet/>
      <dgm:spPr/>
      <dgm:t>
        <a:bodyPr/>
        <a:lstStyle/>
        <a:p>
          <a:endParaRPr lang="en-US"/>
        </a:p>
      </dgm:t>
    </dgm:pt>
    <dgm:pt modelId="{532DBAC2-88FA-4802-B73E-CF2B760EE7F5}" type="sibTrans" cxnId="{0259C8E3-1E1B-411D-8D7B-75BE60C559E1}">
      <dgm:prSet/>
      <dgm:spPr/>
      <dgm:t>
        <a:bodyPr/>
        <a:lstStyle/>
        <a:p>
          <a:endParaRPr lang="en-US"/>
        </a:p>
      </dgm:t>
    </dgm:pt>
    <dgm:pt modelId="{BA43F310-1275-4799-A890-65F4AC5FEFCC}" type="pres">
      <dgm:prSet presAssocID="{0F21F870-2FF9-4E8B-B26F-E39459A9DCB3}" presName="diagram" presStyleCnt="0">
        <dgm:presLayoutVars>
          <dgm:dir/>
          <dgm:animLvl val="lvl"/>
          <dgm:resizeHandles val="exact"/>
        </dgm:presLayoutVars>
      </dgm:prSet>
      <dgm:spPr/>
    </dgm:pt>
    <dgm:pt modelId="{6BF3F814-0485-4793-B684-212DCE65E23A}" type="pres">
      <dgm:prSet presAssocID="{A98EA691-A51D-4D39-8051-EE29F5F5B9F9}" presName="compNode" presStyleCnt="0"/>
      <dgm:spPr/>
    </dgm:pt>
    <dgm:pt modelId="{BC50C62A-AD78-4127-959C-77850665150C}" type="pres">
      <dgm:prSet presAssocID="{A98EA691-A51D-4D39-8051-EE29F5F5B9F9}" presName="childRect" presStyleLbl="bgAcc1" presStyleIdx="0" presStyleCnt="1" custScaleX="113939">
        <dgm:presLayoutVars>
          <dgm:bulletEnabled val="1"/>
        </dgm:presLayoutVars>
      </dgm:prSet>
      <dgm:spPr>
        <a:noFill/>
      </dgm:spPr>
    </dgm:pt>
    <dgm:pt modelId="{DAB60919-6579-40CC-A327-8DD6D1CB7181}" type="pres">
      <dgm:prSet presAssocID="{A98EA691-A51D-4D39-8051-EE29F5F5B9F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67B2AC5-7A7C-4B61-A36B-2ACFC8DD0839}" type="pres">
      <dgm:prSet presAssocID="{A98EA691-A51D-4D39-8051-EE29F5F5B9F9}" presName="parentRect" presStyleLbl="alignNode1" presStyleIdx="0" presStyleCnt="1" custScaleX="115058" custScaleY="183839"/>
      <dgm:spPr/>
    </dgm:pt>
    <dgm:pt modelId="{4D1EFE66-66AE-41C7-B9E0-2476937D4C7B}" type="pres">
      <dgm:prSet presAssocID="{A98EA691-A51D-4D39-8051-EE29F5F5B9F9}" presName="adorn" presStyleLbl="fgAccFollowNode1" presStyleIdx="0" presStyleCnt="1" custLinFactNeighborX="69631" custLinFactNeighborY="9991"/>
      <dgm:spPr>
        <a:prstGeom prst="ellipse">
          <a:avLst/>
        </a:prstGeom>
        <a:noFill/>
        <a:ln>
          <a:noFill/>
        </a:ln>
      </dgm:spPr>
    </dgm:pt>
  </dgm:ptLst>
  <dgm:cxnLst>
    <dgm:cxn modelId="{5DB95162-44C4-4930-BBA5-17A6206FB152}" type="presOf" srcId="{0F21F870-2FF9-4E8B-B26F-E39459A9DCB3}" destId="{BA43F310-1275-4799-A890-65F4AC5FEFCC}" srcOrd="0" destOrd="0" presId="urn:microsoft.com/office/officeart/2005/8/layout/bList2"/>
    <dgm:cxn modelId="{DE54B869-20AE-40E4-A2F3-97D14562EA10}" type="presOf" srcId="{A98EA691-A51D-4D39-8051-EE29F5F5B9F9}" destId="{467B2AC5-7A7C-4B61-A36B-2ACFC8DD0839}" srcOrd="1" destOrd="0" presId="urn:microsoft.com/office/officeart/2005/8/layout/bList2"/>
    <dgm:cxn modelId="{0259C8E3-1E1B-411D-8D7B-75BE60C559E1}" srcId="{0F21F870-2FF9-4E8B-B26F-E39459A9DCB3}" destId="{A98EA691-A51D-4D39-8051-EE29F5F5B9F9}" srcOrd="0" destOrd="0" parTransId="{4B63524E-0BC6-489F-B7DA-24747A0B1CF0}" sibTransId="{532DBAC2-88FA-4802-B73E-CF2B760EE7F5}"/>
    <dgm:cxn modelId="{B02C2AEC-E669-4638-8673-F4D66FF9DEF8}" type="presOf" srcId="{A98EA691-A51D-4D39-8051-EE29F5F5B9F9}" destId="{DAB60919-6579-40CC-A327-8DD6D1CB7181}" srcOrd="0" destOrd="0" presId="urn:microsoft.com/office/officeart/2005/8/layout/bList2"/>
    <dgm:cxn modelId="{99476823-8613-44D5-B1DA-779F89213680}" type="presParOf" srcId="{BA43F310-1275-4799-A890-65F4AC5FEFCC}" destId="{6BF3F814-0485-4793-B684-212DCE65E23A}" srcOrd="0" destOrd="0" presId="urn:microsoft.com/office/officeart/2005/8/layout/bList2"/>
    <dgm:cxn modelId="{D53322ED-91C1-404B-B94E-8DD954FA2E42}" type="presParOf" srcId="{6BF3F814-0485-4793-B684-212DCE65E23A}" destId="{BC50C62A-AD78-4127-959C-77850665150C}" srcOrd="0" destOrd="0" presId="urn:microsoft.com/office/officeart/2005/8/layout/bList2"/>
    <dgm:cxn modelId="{A297E5D0-45B9-4216-B67E-E90D3CAB95EF}" type="presParOf" srcId="{6BF3F814-0485-4793-B684-212DCE65E23A}" destId="{DAB60919-6579-40CC-A327-8DD6D1CB7181}" srcOrd="1" destOrd="0" presId="urn:microsoft.com/office/officeart/2005/8/layout/bList2"/>
    <dgm:cxn modelId="{426DD155-04B2-4783-A595-9A85597B2FD2}" type="presParOf" srcId="{6BF3F814-0485-4793-B684-212DCE65E23A}" destId="{467B2AC5-7A7C-4B61-A36B-2ACFC8DD0839}" srcOrd="2" destOrd="0" presId="urn:microsoft.com/office/officeart/2005/8/layout/bList2"/>
    <dgm:cxn modelId="{58CC43F2-AE2C-4CFD-9F4C-DDC8F8572783}" type="presParOf" srcId="{6BF3F814-0485-4793-B684-212DCE65E23A}" destId="{4D1EFE66-66AE-41C7-B9E0-2476937D4C7B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F68B5-AAB3-47CC-98BA-31695E70B84A}">
      <dsp:nvSpPr>
        <dsp:cNvPr id="0" name=""/>
        <dsp:cNvSpPr/>
      </dsp:nvSpPr>
      <dsp:spPr>
        <a:xfrm>
          <a:off x="1922609" y="459640"/>
          <a:ext cx="738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815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72467" y="503422"/>
        <a:ext cx="38437" cy="3874"/>
      </dsp:txXfrm>
    </dsp:sp>
    <dsp:sp modelId="{2528C79C-26EE-4C1F-A834-98412729D8C7}">
      <dsp:nvSpPr>
        <dsp:cNvPr id="0" name=""/>
        <dsp:cNvSpPr/>
      </dsp:nvSpPr>
      <dsp:spPr>
        <a:xfrm>
          <a:off x="239875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Investigation</a:t>
          </a:r>
        </a:p>
      </dsp:txBody>
      <dsp:txXfrm>
        <a:off x="239875" y="0"/>
        <a:ext cx="1684533" cy="1010720"/>
      </dsp:txXfrm>
    </dsp:sp>
    <dsp:sp modelId="{6CEEC85A-B552-4C53-AF20-46664EB2C867}">
      <dsp:nvSpPr>
        <dsp:cNvPr id="0" name=""/>
        <dsp:cNvSpPr/>
      </dsp:nvSpPr>
      <dsp:spPr>
        <a:xfrm>
          <a:off x="4375897" y="459640"/>
          <a:ext cx="19570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95616" y="45720"/>
              </a:lnTo>
              <a:lnTo>
                <a:pt x="995616" y="46970"/>
              </a:lnTo>
              <a:lnTo>
                <a:pt x="1957032" y="469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722" y="503422"/>
        <a:ext cx="99381" cy="3874"/>
      </dsp:txXfrm>
    </dsp:sp>
    <dsp:sp modelId="{A4B91FAA-3843-4FA9-AE0C-E516692BA55A}">
      <dsp:nvSpPr>
        <dsp:cNvPr id="0" name=""/>
        <dsp:cNvSpPr/>
      </dsp:nvSpPr>
      <dsp:spPr>
        <a:xfrm>
          <a:off x="2693163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Gaps in OPA</a:t>
          </a:r>
        </a:p>
      </dsp:txBody>
      <dsp:txXfrm>
        <a:off x="2693163" y="0"/>
        <a:ext cx="1684533" cy="1010720"/>
      </dsp:txXfrm>
    </dsp:sp>
    <dsp:sp modelId="{1D279C5A-5749-4BBF-B9EF-5972FA8DDE07}">
      <dsp:nvSpPr>
        <dsp:cNvPr id="0" name=""/>
        <dsp:cNvSpPr/>
      </dsp:nvSpPr>
      <dsp:spPr>
        <a:xfrm>
          <a:off x="8048063" y="459640"/>
          <a:ext cx="4811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970"/>
              </a:moveTo>
              <a:lnTo>
                <a:pt x="257655" y="46970"/>
              </a:lnTo>
              <a:lnTo>
                <a:pt x="257655" y="45720"/>
              </a:lnTo>
              <a:lnTo>
                <a:pt x="48111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75825" y="503422"/>
        <a:ext cx="25585" cy="3874"/>
      </dsp:txXfrm>
    </dsp:sp>
    <dsp:sp modelId="{7C681A02-4F65-4016-B1AA-B73352B7B8C8}">
      <dsp:nvSpPr>
        <dsp:cNvPr id="0" name=""/>
        <dsp:cNvSpPr/>
      </dsp:nvSpPr>
      <dsp:spPr>
        <a:xfrm>
          <a:off x="6365329" y="125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Intermediate Language</a:t>
          </a:r>
        </a:p>
      </dsp:txBody>
      <dsp:txXfrm>
        <a:off x="6365329" y="1250"/>
        <a:ext cx="1684533" cy="1010720"/>
      </dsp:txXfrm>
    </dsp:sp>
    <dsp:sp modelId="{DC55D360-BFDE-44FA-B118-B894BB09ADB2}">
      <dsp:nvSpPr>
        <dsp:cNvPr id="0" name=""/>
        <dsp:cNvSpPr/>
      </dsp:nvSpPr>
      <dsp:spPr>
        <a:xfrm>
          <a:off x="8561574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Green Light (Mark Russ, Brendan Burns)</a:t>
          </a:r>
        </a:p>
      </dsp:txBody>
      <dsp:txXfrm>
        <a:off x="8561574" y="0"/>
        <a:ext cx="1684533" cy="1010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20CCD-907A-4A94-8940-FD4D4A9527EC}">
      <dsp:nvSpPr>
        <dsp:cNvPr id="0" name=""/>
        <dsp:cNvSpPr/>
      </dsp:nvSpPr>
      <dsp:spPr>
        <a:xfrm>
          <a:off x="1679786" y="0"/>
          <a:ext cx="1950720" cy="10837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/>
        </a:p>
      </dsp:txBody>
      <dsp:txXfrm>
        <a:off x="1711527" y="31741"/>
        <a:ext cx="1887238" cy="1020251"/>
      </dsp:txXfrm>
    </dsp:sp>
    <dsp:sp modelId="{B50B8027-EDB9-4DDE-9960-68239BC96C2E}">
      <dsp:nvSpPr>
        <dsp:cNvPr id="0" name=""/>
        <dsp:cNvSpPr/>
      </dsp:nvSpPr>
      <dsp:spPr>
        <a:xfrm>
          <a:off x="4497493" y="0"/>
          <a:ext cx="1950720" cy="1083733"/>
        </a:xfrm>
        <a:prstGeom prst="roundRect">
          <a:avLst>
            <a:gd name="adj" fmla="val 10000"/>
          </a:avLst>
        </a:prstGeom>
        <a:noFill/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700" kern="1200"/>
        </a:p>
      </dsp:txBody>
      <dsp:txXfrm>
        <a:off x="4529234" y="31741"/>
        <a:ext cx="1887238" cy="1020251"/>
      </dsp:txXfrm>
    </dsp:sp>
    <dsp:sp modelId="{2F5A2A3C-BD42-4DB6-A029-5E269E10C8DC}">
      <dsp:nvSpPr>
        <dsp:cNvPr id="0" name=""/>
        <dsp:cNvSpPr/>
      </dsp:nvSpPr>
      <dsp:spPr>
        <a:xfrm>
          <a:off x="3657599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9FE96-A74B-42D4-B561-359A28C017BE}">
      <dsp:nvSpPr>
        <dsp:cNvPr id="0" name=""/>
        <dsp:cNvSpPr/>
      </dsp:nvSpPr>
      <dsp:spPr>
        <a:xfrm rot="21360000">
          <a:off x="1624855" y="4257573"/>
          <a:ext cx="4878289" cy="3411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5A7C7-4A78-4CEA-9901-26593BE89A2F}">
      <dsp:nvSpPr>
        <dsp:cNvPr id="0" name=""/>
        <dsp:cNvSpPr/>
      </dsp:nvSpPr>
      <dsp:spPr>
        <a:xfrm rot="21360000">
          <a:off x="1633013" y="3643026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X-Ray</a:t>
          </a:r>
        </a:p>
      </dsp:txBody>
      <dsp:txXfrm>
        <a:off x="1665649" y="3675662"/>
        <a:ext cx="1870621" cy="603278"/>
      </dsp:txXfrm>
    </dsp:sp>
    <dsp:sp modelId="{8510C8CD-2BE4-4EC7-BDED-1A4501F53D71}">
      <dsp:nvSpPr>
        <dsp:cNvPr id="0" name=""/>
        <dsp:cNvSpPr/>
      </dsp:nvSpPr>
      <dsp:spPr>
        <a:xfrm rot="21360000">
          <a:off x="1578826" y="2927762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Geneva Actions</a:t>
          </a:r>
        </a:p>
      </dsp:txBody>
      <dsp:txXfrm>
        <a:off x="1611462" y="2960398"/>
        <a:ext cx="1870621" cy="603278"/>
      </dsp:txXfrm>
    </dsp:sp>
    <dsp:sp modelId="{3AF21A0B-49AA-428D-9EB8-E313EEE3E395}">
      <dsp:nvSpPr>
        <dsp:cNvPr id="0" name=""/>
        <dsp:cNvSpPr/>
      </dsp:nvSpPr>
      <dsp:spPr>
        <a:xfrm rot="21360000">
          <a:off x="1524639" y="2212498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Attestation</a:t>
          </a:r>
        </a:p>
      </dsp:txBody>
      <dsp:txXfrm>
        <a:off x="1557275" y="2245134"/>
        <a:ext cx="1870621" cy="603278"/>
      </dsp:txXfrm>
    </dsp:sp>
    <dsp:sp modelId="{E9C0BDC7-D88E-4B45-9F71-8D12872CC62A}">
      <dsp:nvSpPr>
        <dsp:cNvPr id="0" name=""/>
        <dsp:cNvSpPr/>
      </dsp:nvSpPr>
      <dsp:spPr>
        <a:xfrm rot="21360000">
          <a:off x="1470453" y="1497234"/>
          <a:ext cx="1935893" cy="668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Availability Test</a:t>
          </a:r>
        </a:p>
      </dsp:txBody>
      <dsp:txXfrm>
        <a:off x="1503089" y="1529870"/>
        <a:ext cx="1870621" cy="603278"/>
      </dsp:txXfrm>
    </dsp:sp>
    <dsp:sp modelId="{35A83CAD-5F49-4003-AF59-DF22D1102BB0}">
      <dsp:nvSpPr>
        <dsp:cNvPr id="0" name=""/>
        <dsp:cNvSpPr/>
      </dsp:nvSpPr>
      <dsp:spPr>
        <a:xfrm rot="21360000">
          <a:off x="4450720" y="3447954"/>
          <a:ext cx="1935893" cy="668550"/>
        </a:xfrm>
        <a:prstGeom prst="round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Defer</a:t>
          </a:r>
        </a:p>
      </dsp:txBody>
      <dsp:txXfrm>
        <a:off x="4483356" y="3480590"/>
        <a:ext cx="1870621" cy="6032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0C62A-AD78-4127-959C-77850665150C}">
      <dsp:nvSpPr>
        <dsp:cNvPr id="0" name=""/>
        <dsp:cNvSpPr/>
      </dsp:nvSpPr>
      <dsp:spPr>
        <a:xfrm>
          <a:off x="618376" y="14"/>
          <a:ext cx="2131746" cy="1396627"/>
        </a:xfrm>
        <a:prstGeom prst="round2SameRect">
          <a:avLst>
            <a:gd name="adj1" fmla="val 8000"/>
            <a:gd name="adj2" fmla="val 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B2AC5-7A7C-4B61-A36B-2ACFC8DD0839}">
      <dsp:nvSpPr>
        <dsp:cNvPr id="0" name=""/>
        <dsp:cNvSpPr/>
      </dsp:nvSpPr>
      <dsp:spPr>
        <a:xfrm>
          <a:off x="607908" y="1144894"/>
          <a:ext cx="2152682" cy="1104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0" rIns="203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Policy Framework</a:t>
          </a:r>
        </a:p>
      </dsp:txBody>
      <dsp:txXfrm>
        <a:off x="607908" y="1144894"/>
        <a:ext cx="1515973" cy="1104044"/>
      </dsp:txXfrm>
    </dsp:sp>
    <dsp:sp modelId="{4D1EFE66-66AE-41C7-B9E0-2476937D4C7B}">
      <dsp:nvSpPr>
        <dsp:cNvPr id="0" name=""/>
        <dsp:cNvSpPr/>
      </dsp:nvSpPr>
      <dsp:spPr>
        <a:xfrm>
          <a:off x="2575239" y="1557458"/>
          <a:ext cx="654833" cy="654833"/>
        </a:xfrm>
        <a:prstGeom prst="ellipse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1F1F5-42C9-B04A-9841-D260DA0D365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5329-199B-504B-9123-A42B76724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quicker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How we started focusing on this (CTO suggestion to align on a policy engine – OPA)</a:t>
            </a:r>
          </a:p>
          <a:p>
            <a:pPr marL="171450" indent="-171450">
              <a:buFontTx/>
              <a:buChar char="-"/>
            </a:pPr>
            <a:r>
              <a:rPr lang="en-US"/>
              <a:t>Issues with OPA</a:t>
            </a:r>
          </a:p>
          <a:p>
            <a:pPr marL="171450" indent="-171450">
              <a:buFontTx/>
              <a:buChar char="-"/>
            </a:pPr>
            <a:r>
              <a:rPr lang="en-US"/>
              <a:t>Our solution: standardize on a common policy engine &amp; framework, with flexibility when it comes to the interface language</a:t>
            </a:r>
          </a:p>
          <a:p>
            <a:pPr marL="171450" indent="-171450">
              <a:buFontTx/>
              <a:buChar char="-"/>
            </a:pPr>
            <a:r>
              <a:rPr lang="en-US"/>
              <a:t>Green light from Mark Russ, </a:t>
            </a:r>
            <a:r>
              <a:rPr lang="en-US" err="1"/>
              <a:t>BBurns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So many different policy engines popped up in last 6 months across diverse scenarios</a:t>
            </a:r>
          </a:p>
          <a:p>
            <a:pPr marL="171450" indent="-171450">
              <a:buFontTx/>
              <a:buChar char="-"/>
            </a:pPr>
            <a:r>
              <a:rPr lang="en-US"/>
              <a:t>Urgency to have a common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2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1AA-71CF-B8CD-F453-7C46CF0E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78B08-9516-87A9-D318-9DFDE0FE3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383EF-4F59-91C6-C910-5A1F7F30A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IN"/>
              <a:t>Rego is flexible, fast, strong – perfect basis for an IL</a:t>
            </a:r>
          </a:p>
          <a:p>
            <a:pPr marL="171450" indent="-171450">
              <a:buFontTx/>
              <a:buChar char="-"/>
            </a:pPr>
            <a:r>
              <a:rPr lang="en-IN"/>
              <a:t>Regorus has momentum + confidential compute scenarios</a:t>
            </a:r>
          </a:p>
          <a:p>
            <a:pPr marL="171450" indent="-171450">
              <a:buFontTx/>
              <a:buChar char="-"/>
            </a:pPr>
            <a:r>
              <a:rPr lang="en-IN"/>
              <a:t>Features: suitability as IL</a:t>
            </a:r>
          </a:p>
          <a:p>
            <a:pPr marL="171450" indent="-171450">
              <a:buFontTx/>
              <a:buChar char="-"/>
            </a:pPr>
            <a:endParaRPr lang="en-IN"/>
          </a:p>
          <a:p>
            <a:endParaRPr lang="en-IN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59C5B-F119-B81C-9CBE-8B9871E88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3F2A95-0BA3-4F9D-A589-BCFEF9F0AB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93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EDFF-989E-6024-5AAD-F6298CA7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AB9F3-977D-FBC2-DBFB-28B47C759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456E-4E15-AC38-38A1-2567E46E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AF065-2CFF-8844-33CF-B869490D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4FBD-E46A-EC6D-627C-886A4CE1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8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6DCC-3FE3-7508-163F-93DCE953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E993-0BE5-8912-4E53-D8F72EC6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0667-5875-115F-2D30-2CED745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D425-66E0-47E8-8744-DF806BCB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26BA-55AA-CC5D-C47C-B7A19AB0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6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8853-C2EA-C1BF-CEFD-A5B4B86A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679B4-F3F2-37BC-F697-5E1A75B5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F9C7-0FAC-400C-F1BE-F58B10CB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A12D-8299-D600-C03A-CBC40935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C042-14A1-3FF0-3633-4316CFA2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F8BF-ECCA-8BAB-8069-CAE38F2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13BE-BF7C-2883-C832-D0CD0A101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05EE5-6DD3-AA51-07A7-FB7B6042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1B762-D5C9-9CB3-7C2F-0F366148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390FC-D465-BA28-E0D7-062D42C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BFF3C-2FB8-C672-245C-6772828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552-14CD-D00C-8E17-BA85EC28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1E51-3AD0-FC8A-A13B-A99B224A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54121-6B69-5D03-EC22-B5A6EDED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0955D-C373-0453-03B8-19A9DBA9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E9481-0AAD-AD44-4A15-37DB270E8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01FB-D97C-35A7-5EFC-8805907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11FEF-E952-E889-527A-356762D7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E413-5F23-8F7B-2CFC-9F775FD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CFF8-3B43-E32F-026C-A83EB9DA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91A97-0B33-DFB3-632C-D89D2C02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FDFAE-FE4E-90D1-8562-EFC41F21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B5D8-05AE-5130-4F32-FBF2F9D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972F2-7A8E-C1DF-B6AE-07E85A2D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B4343-889C-4228-704F-3CB8F9B0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F066-E000-173A-9C04-E96B93B1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6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087B-4FA9-0471-6D20-F2A61C9F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05EF-BEAF-29E9-8959-83A6B3DE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190D-BA8F-0C7B-C5E0-5F8068ED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48D8-4D0F-136A-A2AB-360A54AF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E2D1C-8E67-3A1E-272E-DB72D050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8FE73-849A-EC3E-62F4-BD4ED04F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B6D-D8E1-44B2-76AB-195E3E9C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DE755-AF4D-5BBD-0EBF-AEE1FB4E1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11A6C-F23D-D224-9EF0-B5298A74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B0701-8A35-D6AB-18DF-30EC0542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E462-F3D7-5E10-7A7E-4CF46DAB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DC74B-8A40-1B00-D490-C5F87FC6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1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BC7-A77C-540D-744D-77CB295B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EDEFB-ECB0-8A5A-4A6D-A970BB543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A30F-1B8F-5F4A-0206-64299AF2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D49F-8A8F-5DB4-0B62-12284A68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01BF-8737-38BA-F306-5CB45A51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B5304-D850-DB29-694A-DFE86A5AE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4A4F4-DB46-F882-E03C-EBE0E61F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F9D3-1373-5177-F887-05161E13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44B4-88CD-6229-4E32-B2EB8E18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B145-5ADB-D520-BFB1-3F215882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5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7F82C-49E2-7300-B159-99902537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BBDD-CDF8-0F60-9154-05F51CD8E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446-637F-F39E-D9EE-1102B5F5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300F-DD2E-C708-2C73-FA185991C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07BF-34CF-872E-2128-9455F137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diagramDrawing" Target="../diagrams/drawing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0" Type="http://schemas.openxmlformats.org/officeDocument/2006/relationships/diagramLayout" Target="../diagrams/layout3.xml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B25E84-73F2-7A9F-4118-DDD2114C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43" y="3897388"/>
            <a:ext cx="3684311" cy="27724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48EDC-51FD-91B9-8D38-88DF9A3F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910" y="384971"/>
            <a:ext cx="5729129" cy="193358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94534B-B0BF-F334-3816-DC74644B70E8}"/>
              </a:ext>
            </a:extLst>
          </p:cNvPr>
          <p:cNvGraphicFramePr/>
          <p:nvPr/>
        </p:nvGraphicFramePr>
        <p:xfrm>
          <a:off x="926511" y="2575379"/>
          <a:ext cx="10470183" cy="1011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3C60FB-303A-989C-2B91-3E04C0EB55E5}"/>
              </a:ext>
            </a:extLst>
          </p:cNvPr>
          <p:cNvSpPr/>
          <p:nvPr/>
        </p:nvSpPr>
        <p:spPr>
          <a:xfrm>
            <a:off x="-195" y="5076950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6B142-7E6B-F98F-A4DF-DE4A5D5D2966}"/>
              </a:ext>
            </a:extLst>
          </p:cNvPr>
          <p:cNvSpPr/>
          <p:nvPr/>
        </p:nvSpPr>
        <p:spPr>
          <a:xfrm>
            <a:off x="-195" y="4050823"/>
            <a:ext cx="169185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 Tenancy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AC473C-9743-1226-BBF9-DAB867587403}"/>
              </a:ext>
            </a:extLst>
          </p:cNvPr>
          <p:cNvSpPr/>
          <p:nvPr/>
        </p:nvSpPr>
        <p:spPr>
          <a:xfrm>
            <a:off x="-195" y="5980735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Lifecycle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12098-2401-977F-C159-367EF80B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5" y="74933"/>
            <a:ext cx="11485009" cy="5559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/>
              <a:t>Background: Azure CTO Memo: “How to Policy”/OPA</a:t>
            </a:r>
          </a:p>
        </p:txBody>
      </p:sp>
      <p:pic>
        <p:nvPicPr>
          <p:cNvPr id="6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5986419-691B-CA6B-5075-66977174A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147" y="3844177"/>
            <a:ext cx="4719547" cy="2899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44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68F3-0E52-4BBD-9D8B-9950ABDD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5F9F8E2-447E-93E5-D48C-930E2F5ED2C8}"/>
              </a:ext>
            </a:extLst>
          </p:cNvPr>
          <p:cNvGraphicFramePr/>
          <p:nvPr/>
        </p:nvGraphicFramePr>
        <p:xfrm>
          <a:off x="-928557" y="13491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01C2C3A-5733-643D-4875-19EAFFA1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6548" y="209862"/>
            <a:ext cx="12133137" cy="73451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Renewed Urgency: New scenarios and teams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5B6DBEE-3BEF-86F9-21EE-63D032881BF3}"/>
              </a:ext>
            </a:extLst>
          </p:cNvPr>
          <p:cNvSpPr txBox="1">
            <a:spLocks/>
          </p:cNvSpPr>
          <p:nvPr/>
        </p:nvSpPr>
        <p:spPr>
          <a:xfrm>
            <a:off x="6730584" y="1161738"/>
            <a:ext cx="4999219" cy="271321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simultaneously reduce burden across Azure service teams and enable consistent experiences through a </a:t>
            </a: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OnePlane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philosophy, it’s critical for us to step up to provide a common policy framework for Microsoft services to leverage for their diverse needs.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13EE7CE6-A8D9-7630-611F-6D001A4F8B5E}"/>
              </a:ext>
            </a:extLst>
          </p:cNvPr>
          <p:cNvSpPr/>
          <p:nvPr/>
        </p:nvSpPr>
        <p:spPr>
          <a:xfrm>
            <a:off x="7037881" y="4519535"/>
            <a:ext cx="3874957" cy="1499016"/>
          </a:xfrm>
          <a:prstGeom prst="wedgeRoundRect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Standardization is critical for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02AE17-45CF-72DD-10A0-65A1A86016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7842" y="1304421"/>
            <a:ext cx="8801164" cy="4657759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A11F4E-0407-34F6-0120-5A2001D62EE8}"/>
              </a:ext>
            </a:extLst>
          </p:cNvPr>
          <p:cNvCxnSpPr/>
          <p:nvPr/>
        </p:nvCxnSpPr>
        <p:spPr>
          <a:xfrm flipV="1">
            <a:off x="2736980" y="3607837"/>
            <a:ext cx="466530" cy="348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151D730-8A9E-73C6-8D19-653CB8D26AF4}"/>
              </a:ext>
            </a:extLst>
          </p:cNvPr>
          <p:cNvGraphicFramePr/>
          <p:nvPr/>
        </p:nvGraphicFramePr>
        <p:xfrm>
          <a:off x="9062819" y="3713226"/>
          <a:ext cx="3382014" cy="2248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6048EA09-BCB0-D48B-FFA2-EE1E2AD3EE99}"/>
              </a:ext>
            </a:extLst>
          </p:cNvPr>
          <p:cNvSpPr/>
          <p:nvPr/>
        </p:nvSpPr>
        <p:spPr>
          <a:xfrm>
            <a:off x="178073" y="5342796"/>
            <a:ext cx="2432179" cy="1214225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Just in the last 6 months, many teams with custom solutions</a:t>
            </a:r>
          </a:p>
        </p:txBody>
      </p:sp>
    </p:spTree>
    <p:extLst>
      <p:ext uri="{BB962C8B-B14F-4D97-AF65-F5344CB8AC3E}">
        <p14:creationId xmlns:p14="http://schemas.microsoft.com/office/powerpoint/2010/main" val="142770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Graphic spid="8" grpId="0">
        <p:bldAsOne/>
      </p:bldGraphic>
      <p:bldGraphic spid="8" grpId="1">
        <p:bldAsOne/>
      </p:bldGraphic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98C7-3BC9-B1D4-E7A9-66A95C01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B185-8D13-5B86-3DA8-4CF54613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5775"/>
          </a:xfrm>
        </p:spPr>
        <p:txBody>
          <a:bodyPr>
            <a:normAutofit fontScale="90000"/>
          </a:bodyPr>
          <a:lstStyle/>
          <a:p>
            <a:r>
              <a:rPr lang="en-IN"/>
              <a:t>Regorus Engine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FBF37-18D7-F60E-C3E4-4C5E1FDFF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5575"/>
            <a:ext cx="10515600" cy="998070"/>
          </a:xfrm>
        </p:spPr>
        <p:txBody>
          <a:bodyPr>
            <a:normAutofit/>
          </a:bodyPr>
          <a:lstStyle/>
          <a:p>
            <a:r>
              <a:rPr lang="en-IN" sz="2000" i="1"/>
              <a:t>Rego-Rus(t) – </a:t>
            </a:r>
            <a:r>
              <a:rPr lang="en-IN" sz="2000"/>
              <a:t>A fast, lightweight, open-source Rego interpreter written in Rust</a:t>
            </a:r>
          </a:p>
          <a:p>
            <a:r>
              <a:rPr lang="en-IN" sz="2000" i="1"/>
              <a:t>Rigorous – </a:t>
            </a:r>
            <a:r>
              <a:rPr lang="en-IN" sz="2000"/>
              <a:t>Rigorous enforcer of well-defined Rego semantics</a:t>
            </a:r>
            <a:endParaRPr lang="en-US" sz="2000" i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858D64-FA35-B687-E330-EF81564C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693" y="2621307"/>
            <a:ext cx="3820781" cy="2827245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467C536-1132-8461-90DE-E1453506C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378" y="5608085"/>
            <a:ext cx="2874748" cy="11643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F80DA1-1416-F474-4F6E-1404D258143D}"/>
              </a:ext>
            </a:extLst>
          </p:cNvPr>
          <p:cNvSpPr/>
          <p:nvPr/>
        </p:nvSpPr>
        <p:spPr>
          <a:xfrm>
            <a:off x="6242969" y="5817884"/>
            <a:ext cx="365422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noProof="0">
                <a:ln w="0"/>
                <a:solidFill>
                  <a:srgbClr val="15608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110004020202020204"/>
              </a:rPr>
              <a:t>Policy Coverage</a:t>
            </a:r>
            <a:endParaRPr kumimoji="0" lang="en-US" sz="2000" b="0" i="0" u="none" strike="noStrike" kern="1200" cap="none" spc="0" normalizeH="0" baseline="0" noProof="0">
              <a:ln w="0"/>
              <a:solidFill>
                <a:srgbClr val="15608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 descr="A cartoon of a crab&#10;&#10;Description automatically generated">
            <a:extLst>
              <a:ext uri="{FF2B5EF4-FFF2-40B4-BE49-F238E27FC236}">
                <a16:creationId xmlns:a16="http://schemas.microsoft.com/office/drawing/2014/main" id="{BCBF448C-1550-5434-2243-05BF684FE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720" y="314842"/>
            <a:ext cx="2180406" cy="14551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6321326-3159-360E-2752-D8671570618F}"/>
              </a:ext>
            </a:extLst>
          </p:cNvPr>
          <p:cNvSpPr/>
          <p:nvPr/>
        </p:nvSpPr>
        <p:spPr>
          <a:xfrm>
            <a:off x="7253634" y="1784890"/>
            <a:ext cx="172351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Regorus 6.5x faster than Cedar which is 80x faster than OPA</a:t>
            </a:r>
          </a:p>
        </p:txBody>
      </p:sp>
      <p:pic>
        <p:nvPicPr>
          <p:cNvPr id="2050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706AEA65-7172-3A5F-8C35-7F710E03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50" y="2501724"/>
            <a:ext cx="4984792" cy="411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6D521B-3007-D283-2691-700DB3C60173}"/>
              </a:ext>
            </a:extLst>
          </p:cNvPr>
          <p:cNvSpPr/>
          <p:nvPr/>
        </p:nvSpPr>
        <p:spPr>
          <a:xfrm>
            <a:off x="2669293" y="3252429"/>
            <a:ext cx="1193581" cy="398423"/>
          </a:xfrm>
          <a:prstGeom prst="rect">
            <a:avLst/>
          </a:prstGeom>
          <a:solidFill>
            <a:srgbClr val="92D050"/>
          </a:solidFill>
          <a:ln w="34925"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Regorus</a:t>
            </a:r>
            <a:endParaRPr lang="en-US" sz="20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9ADE86-3905-533B-4D53-1BE0EC7395D1}"/>
              </a:ext>
            </a:extLst>
          </p:cNvPr>
          <p:cNvSpPr/>
          <p:nvPr/>
        </p:nvSpPr>
        <p:spPr>
          <a:xfrm>
            <a:off x="1300327" y="2133020"/>
            <a:ext cx="365422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>
                <a:ln w="0"/>
                <a:solidFill>
                  <a:srgbClr val="15608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110004020202020204"/>
              </a:rPr>
              <a:t>Confidential Containers</a:t>
            </a:r>
            <a:endParaRPr kumimoji="0" lang="en-US" sz="2000" b="0" i="0" u="none" strike="noStrike" kern="1200" cap="none" spc="0" normalizeH="0" baseline="0" noProof="0">
              <a:ln w="0"/>
              <a:solidFill>
                <a:srgbClr val="15608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76EDF-59FE-55E9-F366-8B295991F606}"/>
              </a:ext>
            </a:extLst>
          </p:cNvPr>
          <p:cNvSpPr/>
          <p:nvPr/>
        </p:nvSpPr>
        <p:spPr>
          <a:xfrm>
            <a:off x="10335043" y="2713820"/>
            <a:ext cx="1698315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Rego </a:t>
            </a: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shines as a Policy</a:t>
            </a:r>
            <a:r>
              <a:rPr lang="en-US" sz="16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 Intermediate Language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AFEB8C-394F-BAC2-37CF-8B412454DE39}"/>
              </a:ext>
            </a:extLst>
          </p:cNvPr>
          <p:cNvSpPr/>
          <p:nvPr/>
        </p:nvSpPr>
        <p:spPr>
          <a:xfrm>
            <a:off x="10188636" y="2333075"/>
            <a:ext cx="1959319" cy="1719799"/>
          </a:xfrm>
          <a:prstGeom prst="ellipse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2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252</Words>
  <Application>Microsoft Macintosh PowerPoint</Application>
  <PresentationFormat>Widescreen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Background: Azure CTO Memo: “How to Policy”/OPA</vt:lpstr>
      <vt:lpstr>Renewed Urgency: New scenarios and teams</vt:lpstr>
      <vt:lpstr>Regorus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Krishnamoorthi</dc:creator>
  <cp:lastModifiedBy>Anand Krishnamoorthi</cp:lastModifiedBy>
  <cp:revision>1</cp:revision>
  <dcterms:created xsi:type="dcterms:W3CDTF">2026-02-26T11:54:21Z</dcterms:created>
  <dcterms:modified xsi:type="dcterms:W3CDTF">2026-02-26T12:30:02Z</dcterms:modified>
</cp:coreProperties>
</file>