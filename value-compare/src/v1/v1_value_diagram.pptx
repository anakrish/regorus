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v1: HashMap + SmolStr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237744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enum Value — 24 bytes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string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array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5468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40"/>
            <a:ext cx="1188720" cy="8229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Calibri"/>
              </a:defRPr>
            </a:pPr>
            <a:r>
              <a:t>null</a:t>
            </a:r>
            <a:br/>
            <a:r>
              <a:t>bool</a:t>
            </a:r>
            <a:br/>
            <a:r>
              <a:t>undefined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4300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str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Vec‹Value›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4884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BTreeSet‹Value›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651760"/>
            <a:ext cx="11887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BigInt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103120" y="1325880"/>
            <a:ext cx="2468880" cy="502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08960" y="1097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Arc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103120" y="1828800"/>
            <a:ext cx="2468880" cy="502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08960" y="1600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Arc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103120" y="2331720"/>
            <a:ext cx="2468880" cy="502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08960" y="2103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Arc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931920"/>
            <a:ext cx="25603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enum Number — 16 bytes, inline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40" y="4389120"/>
            <a:ext cx="1371600" cy="45720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Calibri"/>
              </a:defRPr>
            </a:pPr>
            <a:r>
              <a:t>u64 · i64 · f64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5029200"/>
            <a:ext cx="13716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bigint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03120" y="3337560"/>
            <a:ext cx="109728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572000" y="2834640"/>
            <a:ext cx="548640" cy="23774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17720" y="2606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Arc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685800"/>
            <a:ext cx="2926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enum ObjectMap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1430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StringKeyed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1554480"/>
            <a:ext cx="22860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Calibri"/>
              </a:defRPr>
            </a:pPr>
            <a:r>
              <a:t>HashMap‹SmolStr, Value›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5146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Mixed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2926080"/>
            <a:ext cx="22860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Calibri"/>
              </a:defRPr>
            </a:pPr>
            <a:r>
              <a:t>HashMap‹Value, Value›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103120" y="960120"/>
            <a:ext cx="429768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23360" y="731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Arc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685800"/>
            <a:ext cx="20116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SmolStr — 24 bytes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0" y="1143000"/>
            <a:ext cx="1645920" cy="3657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Calibri"/>
              </a:defRPr>
            </a:pPr>
            <a:r>
              <a:t>≤ 23 chars: inline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1691640"/>
            <a:ext cx="164592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Calibri"/>
              </a:defRPr>
            </a:pPr>
            <a:r>
              <a:t>&gt; 23 chars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41280" y="2331720"/>
            <a:ext cx="9144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Calibri"/>
              </a:defRPr>
            </a:pPr>
            <a:r>
              <a:t>str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0698480" y="2057400"/>
            <a:ext cx="18288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561320" y="1828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r>
              <a:t>Arc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06840" y="1737360"/>
            <a:ext cx="868680" cy="914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0080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Calibri"/>
              </a:defRPr>
            </a:pPr>
            <a:r>
              <a:t>Legend: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349240"/>
            <a:ext cx="1645920" cy="27432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  <a:latin typeface="Calibri"/>
              </a:defRPr>
            </a:pPr>
            <a:r>
              <a:t>inline (stack/embedded)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5349240"/>
            <a:ext cx="16459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0000"/>
                </a:solidFill>
                <a:latin typeface="Calibri"/>
              </a:defRPr>
            </a:pPr>
            <a:r>
              <a:t>heap-allocated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715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Calibri"/>
              </a:defRPr>
            </a:pPr>
            <a:r>
              <a:t>→ Arc  = heap pointer via Arc  |  → (no label) = inline embedding  |  ⇢ dashed = type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